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90" r:id="rId39"/>
    <p:sldId id="262" r:id="rId8"/>
    <p:sldId id="289" r:id="rId9"/>
    <p:sldId id="263" r:id="rId10"/>
    <p:sldId id="264" r:id="rId11"/>
    <p:sldId id="266" r:id="rId12"/>
    <p:sldId id="267" r:id="rId13"/>
    <p:sldId id="268" r:id="rId14"/>
    <p:sldId id="269" r:id="rId15"/>
    <p:sldId id="28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3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7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D5E0D-299E-4BC2-8A02-CB0C3452B8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5A03FA-C4E6-4EAB-9248-EDFB30220262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Motivation </a:t>
          </a:r>
          <a:endParaRPr lang="en-US"/>
        </a:p>
      </dgm:t>
    </dgm:pt>
    <dgm:pt modelId="{AC019920-431F-431C-AFC2-0F21BF6565FF}" type="parTrans" cxnId="{30F001E1-341A-48FB-802A-A42C3E9962C5}">
      <dgm:prSet/>
      <dgm:spPr/>
      <dgm:t>
        <a:bodyPr/>
        <a:lstStyle/>
        <a:p>
          <a:endParaRPr lang="en-US"/>
        </a:p>
      </dgm:t>
    </dgm:pt>
    <dgm:pt modelId="{D09387BA-A672-400A-9E53-A78F47DE296B}" type="sibTrans" cxnId="{30F001E1-341A-48FB-802A-A42C3E9962C5}">
      <dgm:prSet/>
      <dgm:spPr/>
      <dgm:t>
        <a:bodyPr/>
        <a:lstStyle/>
        <a:p>
          <a:endParaRPr lang="en-US"/>
        </a:p>
      </dgm:t>
    </dgm:pt>
    <dgm:pt modelId="{E2E58A4E-9349-4CA0-A435-0BC320109101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Dataset Overview </a:t>
          </a:r>
          <a:endParaRPr lang="en-US"/>
        </a:p>
      </dgm:t>
    </dgm:pt>
    <dgm:pt modelId="{4368379C-391B-46DA-AF5F-0DF1DCD9A0CC}" type="parTrans" cxnId="{5F55FF59-DFA7-4239-B981-1B6C4041FBE8}">
      <dgm:prSet/>
      <dgm:spPr/>
      <dgm:t>
        <a:bodyPr/>
        <a:lstStyle/>
        <a:p>
          <a:endParaRPr lang="en-US"/>
        </a:p>
      </dgm:t>
    </dgm:pt>
    <dgm:pt modelId="{E036DC6D-1266-460F-BDE2-265409DBC518}" type="sibTrans" cxnId="{5F55FF59-DFA7-4239-B981-1B6C4041FBE8}">
      <dgm:prSet/>
      <dgm:spPr/>
      <dgm:t>
        <a:bodyPr/>
        <a:lstStyle/>
        <a:p>
          <a:endParaRPr lang="en-US"/>
        </a:p>
      </dgm:t>
    </dgm:pt>
    <dgm:pt modelId="{D2455EAA-C0C9-422F-8811-2994258651CB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Data Exploration </a:t>
          </a:r>
          <a:endParaRPr lang="en-US"/>
        </a:p>
      </dgm:t>
    </dgm:pt>
    <dgm:pt modelId="{ABD8C2B0-B68B-44BB-A002-C29139C411C5}" type="parTrans" cxnId="{161C8269-D037-4270-AA91-EC4418D1F086}">
      <dgm:prSet/>
      <dgm:spPr/>
      <dgm:t>
        <a:bodyPr/>
        <a:lstStyle/>
        <a:p>
          <a:endParaRPr lang="en-US"/>
        </a:p>
      </dgm:t>
    </dgm:pt>
    <dgm:pt modelId="{14D365BE-FA9D-461E-AF49-EF08546BC8F4}" type="sibTrans" cxnId="{161C8269-D037-4270-AA91-EC4418D1F086}">
      <dgm:prSet/>
      <dgm:spPr/>
      <dgm:t>
        <a:bodyPr/>
        <a:lstStyle/>
        <a:p>
          <a:endParaRPr lang="en-US"/>
        </a:p>
      </dgm:t>
    </dgm:pt>
    <dgm:pt modelId="{25355D8E-A40D-4FE8-898C-E2E89DBD596F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Machine Learning Evaluation Pipeline </a:t>
          </a:r>
          <a:endParaRPr lang="en-US"/>
        </a:p>
      </dgm:t>
    </dgm:pt>
    <dgm:pt modelId="{CFC53DCF-59C9-4872-B5CA-3DD9EFBC63C9}" type="parTrans" cxnId="{1A57C2AE-20D4-4642-BEC2-4BDC8CC12CA5}">
      <dgm:prSet/>
      <dgm:spPr/>
      <dgm:t>
        <a:bodyPr/>
        <a:lstStyle/>
        <a:p>
          <a:endParaRPr lang="en-US"/>
        </a:p>
      </dgm:t>
    </dgm:pt>
    <dgm:pt modelId="{C340A9B0-2228-4D0A-94FA-9183A6EA13FB}" type="sibTrans" cxnId="{1A57C2AE-20D4-4642-BEC2-4BDC8CC12CA5}">
      <dgm:prSet/>
      <dgm:spPr/>
      <dgm:t>
        <a:bodyPr/>
        <a:lstStyle/>
        <a:p>
          <a:endParaRPr lang="en-US"/>
        </a:p>
      </dgm:t>
    </dgm:pt>
    <dgm:pt modelId="{673A6DD5-D8A9-424C-A502-786F66D6526A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Model Development </a:t>
          </a:r>
          <a:endParaRPr lang="en-US"/>
        </a:p>
      </dgm:t>
    </dgm:pt>
    <dgm:pt modelId="{CDD0D9F6-EF48-45D4-AB77-2DA954A07AD3}" type="parTrans" cxnId="{6A95D51F-E115-46BB-8213-66E9686B0B9F}">
      <dgm:prSet/>
      <dgm:spPr/>
      <dgm:t>
        <a:bodyPr/>
        <a:lstStyle/>
        <a:p>
          <a:endParaRPr lang="en-US"/>
        </a:p>
      </dgm:t>
    </dgm:pt>
    <dgm:pt modelId="{0E29CAAA-3EC6-40BA-9991-9DC635CD6F36}" type="sibTrans" cxnId="{6A95D51F-E115-46BB-8213-66E9686B0B9F}">
      <dgm:prSet/>
      <dgm:spPr/>
      <dgm:t>
        <a:bodyPr/>
        <a:lstStyle/>
        <a:p>
          <a:endParaRPr lang="en-US"/>
        </a:p>
      </dgm:t>
    </dgm:pt>
    <dgm:pt modelId="{BCC9A042-FCE5-4111-B82B-228485287F3E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Experimental Results </a:t>
          </a:r>
          <a:endParaRPr lang="en-US"/>
        </a:p>
      </dgm:t>
    </dgm:pt>
    <dgm:pt modelId="{44C8B710-9123-4B26-8F42-9D50EB3D6FDC}" type="parTrans" cxnId="{A1F07A93-6C02-4E71-BACF-F22A73A7E33A}">
      <dgm:prSet/>
      <dgm:spPr/>
      <dgm:t>
        <a:bodyPr/>
        <a:lstStyle/>
        <a:p>
          <a:endParaRPr lang="en-US"/>
        </a:p>
      </dgm:t>
    </dgm:pt>
    <dgm:pt modelId="{30141045-333C-4E04-A4BB-B4D63850C551}" type="sibTrans" cxnId="{A1F07A93-6C02-4E71-BACF-F22A73A7E33A}">
      <dgm:prSet/>
      <dgm:spPr/>
      <dgm:t>
        <a:bodyPr/>
        <a:lstStyle/>
        <a:p>
          <a:endParaRPr lang="en-US"/>
        </a:p>
      </dgm:t>
    </dgm:pt>
    <dgm:pt modelId="{19A43AC1-E4C5-403E-AFF6-E0A117E54BCD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Discussion </a:t>
          </a:r>
          <a:endParaRPr lang="en-US"/>
        </a:p>
      </dgm:t>
    </dgm:pt>
    <dgm:pt modelId="{FB83D87F-DE6A-4DB3-B255-BC82E63A9EE5}" type="parTrans" cxnId="{E2BD5081-E09B-40AA-BA93-74F0CB744165}">
      <dgm:prSet/>
      <dgm:spPr/>
      <dgm:t>
        <a:bodyPr/>
        <a:lstStyle/>
        <a:p>
          <a:endParaRPr lang="en-US"/>
        </a:p>
      </dgm:t>
    </dgm:pt>
    <dgm:pt modelId="{0BB78736-831D-4FA8-982B-29F632725FD0}" type="sibTrans" cxnId="{E2BD5081-E09B-40AA-BA93-74F0CB744165}">
      <dgm:prSet/>
      <dgm:spPr/>
      <dgm:t>
        <a:bodyPr/>
        <a:lstStyle/>
        <a:p>
          <a:endParaRPr lang="en-US"/>
        </a:p>
      </dgm:t>
    </dgm:pt>
    <dgm:pt modelId="{D6E339E0-BE39-42D2-8356-D5461B323708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Conclusion </a:t>
          </a:r>
          <a:endParaRPr lang="en-US"/>
        </a:p>
      </dgm:t>
    </dgm:pt>
    <dgm:pt modelId="{23E9E8A6-24DF-42DC-8E06-229412A2D1C2}" type="parTrans" cxnId="{F743492C-DE12-46EC-A6A8-F2FC6BA36ED2}">
      <dgm:prSet/>
      <dgm:spPr/>
      <dgm:t>
        <a:bodyPr/>
        <a:lstStyle/>
        <a:p>
          <a:endParaRPr lang="en-US"/>
        </a:p>
      </dgm:t>
    </dgm:pt>
    <dgm:pt modelId="{71EDB0A4-E8A3-41A4-B1D4-6A7EC29435A6}" type="sibTrans" cxnId="{F743492C-DE12-46EC-A6A8-F2FC6BA36ED2}">
      <dgm:prSet/>
      <dgm:spPr/>
      <dgm:t>
        <a:bodyPr/>
        <a:lstStyle/>
        <a:p>
          <a:endParaRPr lang="en-US"/>
        </a:p>
      </dgm:t>
    </dgm:pt>
    <dgm:pt modelId="{D64A14DF-3EC8-4F5D-92DD-C4E0D47F7E44}" type="pres">
      <dgm:prSet presAssocID="{AA6D5E0D-299E-4BC2-8A02-CB0C3452B890}" presName="root" presStyleCnt="0">
        <dgm:presLayoutVars>
          <dgm:dir/>
          <dgm:resizeHandles val="exact"/>
        </dgm:presLayoutVars>
      </dgm:prSet>
      <dgm:spPr/>
    </dgm:pt>
    <dgm:pt modelId="{A5E9B950-5E9A-439B-AC27-3489466D7BFE}" type="pres">
      <dgm:prSet presAssocID="{045A03FA-C4E6-4EAB-9248-EDFB30220262}" presName="compNode" presStyleCnt="0"/>
      <dgm:spPr/>
    </dgm:pt>
    <dgm:pt modelId="{4F156825-5FA5-438C-A192-5673B2EE3AC6}" type="pres">
      <dgm:prSet presAssocID="{045A03FA-C4E6-4EAB-9248-EDFB30220262}" presName="bgRect" presStyleLbl="bgShp" presStyleIdx="0" presStyleCnt="8"/>
      <dgm:spPr/>
    </dgm:pt>
    <dgm:pt modelId="{DBD45175-846B-4170-9F40-2666DE5713C6}" type="pres">
      <dgm:prSet presAssocID="{045A03FA-C4E6-4EAB-9248-EDFB3022026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899A5A0-91C8-45A4-96A1-5658D5491A89}" type="pres">
      <dgm:prSet presAssocID="{045A03FA-C4E6-4EAB-9248-EDFB30220262}" presName="spaceRect" presStyleCnt="0"/>
      <dgm:spPr/>
    </dgm:pt>
    <dgm:pt modelId="{E0F9B490-ED1D-45CC-8D75-BC2936A4D830}" type="pres">
      <dgm:prSet presAssocID="{045A03FA-C4E6-4EAB-9248-EDFB30220262}" presName="parTx" presStyleLbl="revTx" presStyleIdx="0" presStyleCnt="8">
        <dgm:presLayoutVars>
          <dgm:chMax val="0"/>
          <dgm:chPref val="0"/>
        </dgm:presLayoutVars>
      </dgm:prSet>
      <dgm:spPr/>
    </dgm:pt>
    <dgm:pt modelId="{BD83D109-1EB6-4D02-A9F7-ADCB08B7FB99}" type="pres">
      <dgm:prSet presAssocID="{D09387BA-A672-400A-9E53-A78F47DE296B}" presName="sibTrans" presStyleCnt="0"/>
      <dgm:spPr/>
    </dgm:pt>
    <dgm:pt modelId="{FCC380BC-798A-492B-866A-8ED89A803E6E}" type="pres">
      <dgm:prSet presAssocID="{D2455EAA-C0C9-422F-8811-2994258651CB}" presName="compNode" presStyleCnt="0"/>
      <dgm:spPr/>
    </dgm:pt>
    <dgm:pt modelId="{D249DD77-DA84-4243-92F4-F2E8F7CC207C}" type="pres">
      <dgm:prSet presAssocID="{D2455EAA-C0C9-422F-8811-2994258651CB}" presName="bgRect" presStyleLbl="bgShp" presStyleIdx="1" presStyleCnt="8"/>
      <dgm:spPr/>
    </dgm:pt>
    <dgm:pt modelId="{70BA4934-AD3A-4864-B740-AB982619E754}" type="pres">
      <dgm:prSet presAssocID="{D2455EAA-C0C9-422F-8811-2994258651CB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1692FB-7A63-4633-AFA3-CF755C4B7785}" type="pres">
      <dgm:prSet presAssocID="{D2455EAA-C0C9-422F-8811-2994258651CB}" presName="spaceRect" presStyleCnt="0"/>
      <dgm:spPr/>
    </dgm:pt>
    <dgm:pt modelId="{6904740D-B26F-4838-875E-074B54F65485}" type="pres">
      <dgm:prSet presAssocID="{D2455EAA-C0C9-422F-8811-2994258651CB}" presName="parTx" presStyleLbl="revTx" presStyleIdx="1" presStyleCnt="8">
        <dgm:presLayoutVars>
          <dgm:chMax val="0"/>
          <dgm:chPref val="0"/>
        </dgm:presLayoutVars>
      </dgm:prSet>
      <dgm:spPr/>
    </dgm:pt>
    <dgm:pt modelId="{F695D8D0-4EFB-4ECE-ABFE-1E851511CA47}" type="pres">
      <dgm:prSet presAssocID="{14D365BE-FA9D-461E-AF49-EF08546BC8F4}" presName="sibTrans" presStyleCnt="0"/>
      <dgm:spPr/>
    </dgm:pt>
    <dgm:pt modelId="{A3F3E3C4-3C66-4009-8CB2-B6044F4EB4D9}" type="pres">
      <dgm:prSet presAssocID="{E2E58A4E-9349-4CA0-A435-0BC320109101}" presName="compNode" presStyleCnt="0"/>
      <dgm:spPr/>
    </dgm:pt>
    <dgm:pt modelId="{DE27BB80-1B11-4451-8298-5EF878598076}" type="pres">
      <dgm:prSet presAssocID="{E2E58A4E-9349-4CA0-A435-0BC320109101}" presName="bgRect" presStyleLbl="bgShp" presStyleIdx="2" presStyleCnt="8"/>
      <dgm:spPr/>
    </dgm:pt>
    <dgm:pt modelId="{879293DE-C7AD-4340-8FE5-1DE34D19DE6E}" type="pres">
      <dgm:prSet presAssocID="{E2E58A4E-9349-4CA0-A435-0BC320109101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DA22BD5-E6E9-4D1D-B949-EFE8E3AD4F15}" type="pres">
      <dgm:prSet presAssocID="{E2E58A4E-9349-4CA0-A435-0BC320109101}" presName="spaceRect" presStyleCnt="0"/>
      <dgm:spPr/>
    </dgm:pt>
    <dgm:pt modelId="{90FD3142-968D-49EB-A201-4ED8651E3CE8}" type="pres">
      <dgm:prSet presAssocID="{E2E58A4E-9349-4CA0-A435-0BC320109101}" presName="parTx" presStyleLbl="revTx" presStyleIdx="2" presStyleCnt="8">
        <dgm:presLayoutVars>
          <dgm:chMax val="0"/>
          <dgm:chPref val="0"/>
        </dgm:presLayoutVars>
      </dgm:prSet>
      <dgm:spPr/>
    </dgm:pt>
    <dgm:pt modelId="{65453D45-6AE1-4034-9B12-DCB9F077CE13}" type="pres">
      <dgm:prSet presAssocID="{E036DC6D-1266-460F-BDE2-265409DBC518}" presName="sibTrans" presStyleCnt="0"/>
      <dgm:spPr/>
    </dgm:pt>
    <dgm:pt modelId="{A2B48E0A-9193-412A-9D5F-49229015AF41}" type="pres">
      <dgm:prSet presAssocID="{25355D8E-A40D-4FE8-898C-E2E89DBD596F}" presName="compNode" presStyleCnt="0"/>
      <dgm:spPr/>
    </dgm:pt>
    <dgm:pt modelId="{F6F31BDC-3EF9-44B3-A8E8-482B91D24589}" type="pres">
      <dgm:prSet presAssocID="{25355D8E-A40D-4FE8-898C-E2E89DBD596F}" presName="bgRect" presStyleLbl="bgShp" presStyleIdx="3" presStyleCnt="8"/>
      <dgm:spPr/>
    </dgm:pt>
    <dgm:pt modelId="{A91550B7-E0A2-487C-90AD-186351741FB1}" type="pres">
      <dgm:prSet presAssocID="{25355D8E-A40D-4FE8-898C-E2E89DBD596F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97E044D-08F7-417B-B3C5-9AA4AC5E4912}" type="pres">
      <dgm:prSet presAssocID="{25355D8E-A40D-4FE8-898C-E2E89DBD596F}" presName="spaceRect" presStyleCnt="0"/>
      <dgm:spPr/>
    </dgm:pt>
    <dgm:pt modelId="{C21BF84B-95AF-401A-8986-5DDD75784D12}" type="pres">
      <dgm:prSet presAssocID="{25355D8E-A40D-4FE8-898C-E2E89DBD596F}" presName="parTx" presStyleLbl="revTx" presStyleIdx="3" presStyleCnt="8">
        <dgm:presLayoutVars>
          <dgm:chMax val="0"/>
          <dgm:chPref val="0"/>
        </dgm:presLayoutVars>
      </dgm:prSet>
      <dgm:spPr/>
    </dgm:pt>
    <dgm:pt modelId="{37E96AF8-E4EA-479D-9CFE-1D199144653E}" type="pres">
      <dgm:prSet presAssocID="{C340A9B0-2228-4D0A-94FA-9183A6EA13FB}" presName="sibTrans" presStyleCnt="0"/>
      <dgm:spPr/>
    </dgm:pt>
    <dgm:pt modelId="{EF962D15-33DE-4120-B1C7-68947B46541B}" type="pres">
      <dgm:prSet presAssocID="{673A6DD5-D8A9-424C-A502-786F66D6526A}" presName="compNode" presStyleCnt="0"/>
      <dgm:spPr/>
    </dgm:pt>
    <dgm:pt modelId="{9FCC25B5-8ACE-42A7-A3B3-116960FC5259}" type="pres">
      <dgm:prSet presAssocID="{673A6DD5-D8A9-424C-A502-786F66D6526A}" presName="bgRect" presStyleLbl="bgShp" presStyleIdx="4" presStyleCnt="8"/>
      <dgm:spPr/>
    </dgm:pt>
    <dgm:pt modelId="{13237BBA-0457-4096-AEBB-F76CC16D43BB}" type="pres">
      <dgm:prSet presAssocID="{673A6DD5-D8A9-424C-A502-786F66D6526A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EBC74E5-A36F-4ABD-935E-6286057532A9}" type="pres">
      <dgm:prSet presAssocID="{673A6DD5-D8A9-424C-A502-786F66D6526A}" presName="spaceRect" presStyleCnt="0"/>
      <dgm:spPr/>
    </dgm:pt>
    <dgm:pt modelId="{2FDC107F-C025-4467-8BF5-257A77C44A1D}" type="pres">
      <dgm:prSet presAssocID="{673A6DD5-D8A9-424C-A502-786F66D6526A}" presName="parTx" presStyleLbl="revTx" presStyleIdx="4" presStyleCnt="8">
        <dgm:presLayoutVars>
          <dgm:chMax val="0"/>
          <dgm:chPref val="0"/>
        </dgm:presLayoutVars>
      </dgm:prSet>
      <dgm:spPr/>
    </dgm:pt>
    <dgm:pt modelId="{23229685-8CB1-4084-9A32-B1BBA196815C}" type="pres">
      <dgm:prSet presAssocID="{0E29CAAA-3EC6-40BA-9991-9DC635CD6F36}" presName="sibTrans" presStyleCnt="0"/>
      <dgm:spPr/>
    </dgm:pt>
    <dgm:pt modelId="{C089C544-4AAC-403B-B4E7-D044C264E44D}" type="pres">
      <dgm:prSet presAssocID="{BCC9A042-FCE5-4111-B82B-228485287F3E}" presName="compNode" presStyleCnt="0"/>
      <dgm:spPr/>
    </dgm:pt>
    <dgm:pt modelId="{834419D2-DB1F-4B1A-9BB6-B1C4EAC9CCA8}" type="pres">
      <dgm:prSet presAssocID="{BCC9A042-FCE5-4111-B82B-228485287F3E}" presName="bgRect" presStyleLbl="bgShp" presStyleIdx="5" presStyleCnt="8"/>
      <dgm:spPr/>
    </dgm:pt>
    <dgm:pt modelId="{518C709D-D34A-43CD-AAEE-267F1864E219}" type="pres">
      <dgm:prSet presAssocID="{BCC9A042-FCE5-4111-B82B-228485287F3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4F1607A-CDF4-45DB-91A5-86BF2AF57726}" type="pres">
      <dgm:prSet presAssocID="{BCC9A042-FCE5-4111-B82B-228485287F3E}" presName="spaceRect" presStyleCnt="0"/>
      <dgm:spPr/>
    </dgm:pt>
    <dgm:pt modelId="{8854BA1B-8C06-46FA-B240-E4789C9BB82D}" type="pres">
      <dgm:prSet presAssocID="{BCC9A042-FCE5-4111-B82B-228485287F3E}" presName="parTx" presStyleLbl="revTx" presStyleIdx="5" presStyleCnt="8">
        <dgm:presLayoutVars>
          <dgm:chMax val="0"/>
          <dgm:chPref val="0"/>
        </dgm:presLayoutVars>
      </dgm:prSet>
      <dgm:spPr/>
    </dgm:pt>
    <dgm:pt modelId="{A1F01F8F-C2BF-4063-BEBA-0A11FFE85C8F}" type="pres">
      <dgm:prSet presAssocID="{30141045-333C-4E04-A4BB-B4D63850C551}" presName="sibTrans" presStyleCnt="0"/>
      <dgm:spPr/>
    </dgm:pt>
    <dgm:pt modelId="{DB775608-10B0-4215-8E26-7CC10C56A3D6}" type="pres">
      <dgm:prSet presAssocID="{19A43AC1-E4C5-403E-AFF6-E0A117E54BCD}" presName="compNode" presStyleCnt="0"/>
      <dgm:spPr/>
    </dgm:pt>
    <dgm:pt modelId="{0D7C7C37-429D-4408-BE1A-61724B46F58E}" type="pres">
      <dgm:prSet presAssocID="{19A43AC1-E4C5-403E-AFF6-E0A117E54BCD}" presName="bgRect" presStyleLbl="bgShp" presStyleIdx="6" presStyleCnt="8"/>
      <dgm:spPr/>
    </dgm:pt>
    <dgm:pt modelId="{4F7C8E5A-95CB-4523-87D1-64FFEF4524EE}" type="pres">
      <dgm:prSet presAssocID="{19A43AC1-E4C5-403E-AFF6-E0A117E54BCD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1667DF3-3701-4D3F-AF43-8DC6437664D4}" type="pres">
      <dgm:prSet presAssocID="{19A43AC1-E4C5-403E-AFF6-E0A117E54BCD}" presName="spaceRect" presStyleCnt="0"/>
      <dgm:spPr/>
    </dgm:pt>
    <dgm:pt modelId="{64BB98CA-6158-4918-8EEE-B67FBAB9DFD4}" type="pres">
      <dgm:prSet presAssocID="{19A43AC1-E4C5-403E-AFF6-E0A117E54BCD}" presName="parTx" presStyleLbl="revTx" presStyleIdx="6" presStyleCnt="8">
        <dgm:presLayoutVars>
          <dgm:chMax val="0"/>
          <dgm:chPref val="0"/>
        </dgm:presLayoutVars>
      </dgm:prSet>
      <dgm:spPr/>
    </dgm:pt>
    <dgm:pt modelId="{B3A003BF-096E-4EBB-9C25-B3A56E0E2F6D}" type="pres">
      <dgm:prSet presAssocID="{0BB78736-831D-4FA8-982B-29F632725FD0}" presName="sibTrans" presStyleCnt="0"/>
      <dgm:spPr/>
    </dgm:pt>
    <dgm:pt modelId="{C4F7581C-1DB2-4844-A4BD-E1BBE60660E1}" type="pres">
      <dgm:prSet presAssocID="{D6E339E0-BE39-42D2-8356-D5461B323708}" presName="compNode" presStyleCnt="0"/>
      <dgm:spPr/>
    </dgm:pt>
    <dgm:pt modelId="{0A345D43-ABCF-4F58-A160-F4A0909EA7C7}" type="pres">
      <dgm:prSet presAssocID="{D6E339E0-BE39-42D2-8356-D5461B323708}" presName="bgRect" presStyleLbl="bgShp" presStyleIdx="7" presStyleCnt="8"/>
      <dgm:spPr/>
    </dgm:pt>
    <dgm:pt modelId="{6C29D530-BD90-4D5A-AC50-DB5A35C922A7}" type="pres">
      <dgm:prSet presAssocID="{D6E339E0-BE39-42D2-8356-D5461B323708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A58A496-CCE7-4AA2-B208-D6FA5826F18E}" type="pres">
      <dgm:prSet presAssocID="{D6E339E0-BE39-42D2-8356-D5461B323708}" presName="spaceRect" presStyleCnt="0"/>
      <dgm:spPr/>
    </dgm:pt>
    <dgm:pt modelId="{03438B93-31F6-4689-8A69-506C330314C7}" type="pres">
      <dgm:prSet presAssocID="{D6E339E0-BE39-42D2-8356-D5461B32370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9E57606-B869-2848-AB93-CC9AC705DA1F}" type="presOf" srcId="{AA6D5E0D-299E-4BC2-8A02-CB0C3452B890}" destId="{D64A14DF-3EC8-4F5D-92DD-C4E0D47F7E44}" srcOrd="0" destOrd="0" presId="urn:microsoft.com/office/officeart/2018/2/layout/IconVerticalSolidList"/>
    <dgm:cxn modelId="{D821820E-0B87-FC4A-A0EB-28EBB61EAE5D}" type="presOf" srcId="{673A6DD5-D8A9-424C-A502-786F66D6526A}" destId="{2FDC107F-C025-4467-8BF5-257A77C44A1D}" srcOrd="0" destOrd="0" presId="urn:microsoft.com/office/officeart/2018/2/layout/IconVerticalSolidList"/>
    <dgm:cxn modelId="{6A95D51F-E115-46BB-8213-66E9686B0B9F}" srcId="{AA6D5E0D-299E-4BC2-8A02-CB0C3452B890}" destId="{673A6DD5-D8A9-424C-A502-786F66D6526A}" srcOrd="4" destOrd="0" parTransId="{CDD0D9F6-EF48-45D4-AB77-2DA954A07AD3}" sibTransId="{0E29CAAA-3EC6-40BA-9991-9DC635CD6F36}"/>
    <dgm:cxn modelId="{F743492C-DE12-46EC-A6A8-F2FC6BA36ED2}" srcId="{AA6D5E0D-299E-4BC2-8A02-CB0C3452B890}" destId="{D6E339E0-BE39-42D2-8356-D5461B323708}" srcOrd="7" destOrd="0" parTransId="{23E9E8A6-24DF-42DC-8E06-229412A2D1C2}" sibTransId="{71EDB0A4-E8A3-41A4-B1D4-6A7EC29435A6}"/>
    <dgm:cxn modelId="{028C0132-63DB-3340-B26A-7532B9560189}" type="presOf" srcId="{045A03FA-C4E6-4EAB-9248-EDFB30220262}" destId="{E0F9B490-ED1D-45CC-8D75-BC2936A4D830}" srcOrd="0" destOrd="0" presId="urn:microsoft.com/office/officeart/2018/2/layout/IconVerticalSolidList"/>
    <dgm:cxn modelId="{EDA7A939-98A7-9B4A-8D55-4CB233C7BD17}" type="presOf" srcId="{BCC9A042-FCE5-4111-B82B-228485287F3E}" destId="{8854BA1B-8C06-46FA-B240-E4789C9BB82D}" srcOrd="0" destOrd="0" presId="urn:microsoft.com/office/officeart/2018/2/layout/IconVerticalSolidList"/>
    <dgm:cxn modelId="{BB8CDB57-7798-9243-B1AE-F62ADC6128CE}" type="presOf" srcId="{D6E339E0-BE39-42D2-8356-D5461B323708}" destId="{03438B93-31F6-4689-8A69-506C330314C7}" srcOrd="0" destOrd="0" presId="urn:microsoft.com/office/officeart/2018/2/layout/IconVerticalSolidList"/>
    <dgm:cxn modelId="{A7CBE958-1E4F-1246-A277-C2DA566D28D8}" type="presOf" srcId="{D2455EAA-C0C9-422F-8811-2994258651CB}" destId="{6904740D-B26F-4838-875E-074B54F65485}" srcOrd="0" destOrd="0" presId="urn:microsoft.com/office/officeart/2018/2/layout/IconVerticalSolidList"/>
    <dgm:cxn modelId="{5F55FF59-DFA7-4239-B981-1B6C4041FBE8}" srcId="{AA6D5E0D-299E-4BC2-8A02-CB0C3452B890}" destId="{E2E58A4E-9349-4CA0-A435-0BC320109101}" srcOrd="2" destOrd="0" parTransId="{4368379C-391B-46DA-AF5F-0DF1DCD9A0CC}" sibTransId="{E036DC6D-1266-460F-BDE2-265409DBC518}"/>
    <dgm:cxn modelId="{161C8269-D037-4270-AA91-EC4418D1F086}" srcId="{AA6D5E0D-299E-4BC2-8A02-CB0C3452B890}" destId="{D2455EAA-C0C9-422F-8811-2994258651CB}" srcOrd="1" destOrd="0" parTransId="{ABD8C2B0-B68B-44BB-A002-C29139C411C5}" sibTransId="{14D365BE-FA9D-461E-AF49-EF08546BC8F4}"/>
    <dgm:cxn modelId="{9B5B786D-52E6-AF40-86A9-CA367623B080}" type="presOf" srcId="{19A43AC1-E4C5-403E-AFF6-E0A117E54BCD}" destId="{64BB98CA-6158-4918-8EEE-B67FBAB9DFD4}" srcOrd="0" destOrd="0" presId="urn:microsoft.com/office/officeart/2018/2/layout/IconVerticalSolidList"/>
    <dgm:cxn modelId="{E2BD5081-E09B-40AA-BA93-74F0CB744165}" srcId="{AA6D5E0D-299E-4BC2-8A02-CB0C3452B890}" destId="{19A43AC1-E4C5-403E-AFF6-E0A117E54BCD}" srcOrd="6" destOrd="0" parTransId="{FB83D87F-DE6A-4DB3-B255-BC82E63A9EE5}" sibTransId="{0BB78736-831D-4FA8-982B-29F632725FD0}"/>
    <dgm:cxn modelId="{E4A30689-62E3-F744-AB9E-CBC7DEEC0F18}" type="presOf" srcId="{E2E58A4E-9349-4CA0-A435-0BC320109101}" destId="{90FD3142-968D-49EB-A201-4ED8651E3CE8}" srcOrd="0" destOrd="0" presId="urn:microsoft.com/office/officeart/2018/2/layout/IconVerticalSolidList"/>
    <dgm:cxn modelId="{A1F07A93-6C02-4E71-BACF-F22A73A7E33A}" srcId="{AA6D5E0D-299E-4BC2-8A02-CB0C3452B890}" destId="{BCC9A042-FCE5-4111-B82B-228485287F3E}" srcOrd="5" destOrd="0" parTransId="{44C8B710-9123-4B26-8F42-9D50EB3D6FDC}" sibTransId="{30141045-333C-4E04-A4BB-B4D63850C551}"/>
    <dgm:cxn modelId="{23F0C19B-AD82-AE40-B95F-D7DD8F48D529}" type="presOf" srcId="{25355D8E-A40D-4FE8-898C-E2E89DBD596F}" destId="{C21BF84B-95AF-401A-8986-5DDD75784D12}" srcOrd="0" destOrd="0" presId="urn:microsoft.com/office/officeart/2018/2/layout/IconVerticalSolidList"/>
    <dgm:cxn modelId="{1A57C2AE-20D4-4642-BEC2-4BDC8CC12CA5}" srcId="{AA6D5E0D-299E-4BC2-8A02-CB0C3452B890}" destId="{25355D8E-A40D-4FE8-898C-E2E89DBD596F}" srcOrd="3" destOrd="0" parTransId="{CFC53DCF-59C9-4872-B5CA-3DD9EFBC63C9}" sibTransId="{C340A9B0-2228-4D0A-94FA-9183A6EA13FB}"/>
    <dgm:cxn modelId="{30F001E1-341A-48FB-802A-A42C3E9962C5}" srcId="{AA6D5E0D-299E-4BC2-8A02-CB0C3452B890}" destId="{045A03FA-C4E6-4EAB-9248-EDFB30220262}" srcOrd="0" destOrd="0" parTransId="{AC019920-431F-431C-AFC2-0F21BF6565FF}" sibTransId="{D09387BA-A672-400A-9E53-A78F47DE296B}"/>
    <dgm:cxn modelId="{AC8A60B0-5D26-3C48-A46C-170F6A12D69C}" type="presParOf" srcId="{D64A14DF-3EC8-4F5D-92DD-C4E0D47F7E44}" destId="{A5E9B950-5E9A-439B-AC27-3489466D7BFE}" srcOrd="0" destOrd="0" presId="urn:microsoft.com/office/officeart/2018/2/layout/IconVerticalSolidList"/>
    <dgm:cxn modelId="{DDF5FC68-477B-074B-AD3D-CE9331E6BC65}" type="presParOf" srcId="{A5E9B950-5E9A-439B-AC27-3489466D7BFE}" destId="{4F156825-5FA5-438C-A192-5673B2EE3AC6}" srcOrd="0" destOrd="0" presId="urn:microsoft.com/office/officeart/2018/2/layout/IconVerticalSolidList"/>
    <dgm:cxn modelId="{B54A0756-1B4C-CB47-9057-EA7214C9EE26}" type="presParOf" srcId="{A5E9B950-5E9A-439B-AC27-3489466D7BFE}" destId="{DBD45175-846B-4170-9F40-2666DE5713C6}" srcOrd="1" destOrd="0" presId="urn:microsoft.com/office/officeart/2018/2/layout/IconVerticalSolidList"/>
    <dgm:cxn modelId="{70BA14A9-283F-6E40-BAED-087D944AB77A}" type="presParOf" srcId="{A5E9B950-5E9A-439B-AC27-3489466D7BFE}" destId="{9899A5A0-91C8-45A4-96A1-5658D5491A89}" srcOrd="2" destOrd="0" presId="urn:microsoft.com/office/officeart/2018/2/layout/IconVerticalSolidList"/>
    <dgm:cxn modelId="{B2F7F2F6-0510-8446-8F46-0EC855C9D74E}" type="presParOf" srcId="{A5E9B950-5E9A-439B-AC27-3489466D7BFE}" destId="{E0F9B490-ED1D-45CC-8D75-BC2936A4D830}" srcOrd="3" destOrd="0" presId="urn:microsoft.com/office/officeart/2018/2/layout/IconVerticalSolidList"/>
    <dgm:cxn modelId="{49BFE0D4-695B-4F4E-89B4-EDBD762BDDCD}" type="presParOf" srcId="{D64A14DF-3EC8-4F5D-92DD-C4E0D47F7E44}" destId="{BD83D109-1EB6-4D02-A9F7-ADCB08B7FB99}" srcOrd="1" destOrd="0" presId="urn:microsoft.com/office/officeart/2018/2/layout/IconVerticalSolidList"/>
    <dgm:cxn modelId="{57503C0E-D3F5-3545-9B6E-4CD04A30FA09}" type="presParOf" srcId="{D64A14DF-3EC8-4F5D-92DD-C4E0D47F7E44}" destId="{FCC380BC-798A-492B-866A-8ED89A803E6E}" srcOrd="2" destOrd="0" presId="urn:microsoft.com/office/officeart/2018/2/layout/IconVerticalSolidList"/>
    <dgm:cxn modelId="{421B1FB4-3E99-4B4D-A457-2BA5B2754679}" type="presParOf" srcId="{FCC380BC-798A-492B-866A-8ED89A803E6E}" destId="{D249DD77-DA84-4243-92F4-F2E8F7CC207C}" srcOrd="0" destOrd="0" presId="urn:microsoft.com/office/officeart/2018/2/layout/IconVerticalSolidList"/>
    <dgm:cxn modelId="{459A0A2A-E1C6-CB4D-A9F9-ADFD9F90771F}" type="presParOf" srcId="{FCC380BC-798A-492B-866A-8ED89A803E6E}" destId="{70BA4934-AD3A-4864-B740-AB982619E754}" srcOrd="1" destOrd="0" presId="urn:microsoft.com/office/officeart/2018/2/layout/IconVerticalSolidList"/>
    <dgm:cxn modelId="{C61E0DB5-7A05-ED49-BD83-F399021DBC01}" type="presParOf" srcId="{FCC380BC-798A-492B-866A-8ED89A803E6E}" destId="{EB1692FB-7A63-4633-AFA3-CF755C4B7785}" srcOrd="2" destOrd="0" presId="urn:microsoft.com/office/officeart/2018/2/layout/IconVerticalSolidList"/>
    <dgm:cxn modelId="{2EAE005D-3868-3849-8CF5-FDE48360E658}" type="presParOf" srcId="{FCC380BC-798A-492B-866A-8ED89A803E6E}" destId="{6904740D-B26F-4838-875E-074B54F65485}" srcOrd="3" destOrd="0" presId="urn:microsoft.com/office/officeart/2018/2/layout/IconVerticalSolidList"/>
    <dgm:cxn modelId="{777D0ADC-5A6B-8048-AD46-A393042A395E}" type="presParOf" srcId="{D64A14DF-3EC8-4F5D-92DD-C4E0D47F7E44}" destId="{F695D8D0-4EFB-4ECE-ABFE-1E851511CA47}" srcOrd="3" destOrd="0" presId="urn:microsoft.com/office/officeart/2018/2/layout/IconVerticalSolidList"/>
    <dgm:cxn modelId="{A4DFB8D7-6CD0-C348-82B5-32AC1AA88FDC}" type="presParOf" srcId="{D64A14DF-3EC8-4F5D-92DD-C4E0D47F7E44}" destId="{A3F3E3C4-3C66-4009-8CB2-B6044F4EB4D9}" srcOrd="4" destOrd="0" presId="urn:microsoft.com/office/officeart/2018/2/layout/IconVerticalSolidList"/>
    <dgm:cxn modelId="{BBDB2504-4ECD-A149-A986-D23A42B527CB}" type="presParOf" srcId="{A3F3E3C4-3C66-4009-8CB2-B6044F4EB4D9}" destId="{DE27BB80-1B11-4451-8298-5EF878598076}" srcOrd="0" destOrd="0" presId="urn:microsoft.com/office/officeart/2018/2/layout/IconVerticalSolidList"/>
    <dgm:cxn modelId="{194694D5-565C-1845-ABEB-3EA5136916FA}" type="presParOf" srcId="{A3F3E3C4-3C66-4009-8CB2-B6044F4EB4D9}" destId="{879293DE-C7AD-4340-8FE5-1DE34D19DE6E}" srcOrd="1" destOrd="0" presId="urn:microsoft.com/office/officeart/2018/2/layout/IconVerticalSolidList"/>
    <dgm:cxn modelId="{33221258-DD2F-DC4A-8396-E8DAB261BA5A}" type="presParOf" srcId="{A3F3E3C4-3C66-4009-8CB2-B6044F4EB4D9}" destId="{6DA22BD5-E6E9-4D1D-B949-EFE8E3AD4F15}" srcOrd="2" destOrd="0" presId="urn:microsoft.com/office/officeart/2018/2/layout/IconVerticalSolidList"/>
    <dgm:cxn modelId="{F7A2034C-735C-D841-AAAC-76F415161A12}" type="presParOf" srcId="{A3F3E3C4-3C66-4009-8CB2-B6044F4EB4D9}" destId="{90FD3142-968D-49EB-A201-4ED8651E3CE8}" srcOrd="3" destOrd="0" presId="urn:microsoft.com/office/officeart/2018/2/layout/IconVerticalSolidList"/>
    <dgm:cxn modelId="{5F65C114-49DC-3142-B3BE-D66F919C1B45}" type="presParOf" srcId="{D64A14DF-3EC8-4F5D-92DD-C4E0D47F7E44}" destId="{65453D45-6AE1-4034-9B12-DCB9F077CE13}" srcOrd="5" destOrd="0" presId="urn:microsoft.com/office/officeart/2018/2/layout/IconVerticalSolidList"/>
    <dgm:cxn modelId="{BD6CB599-AFAE-1E4F-9780-89F19969A308}" type="presParOf" srcId="{D64A14DF-3EC8-4F5D-92DD-C4E0D47F7E44}" destId="{A2B48E0A-9193-412A-9D5F-49229015AF41}" srcOrd="6" destOrd="0" presId="urn:microsoft.com/office/officeart/2018/2/layout/IconVerticalSolidList"/>
    <dgm:cxn modelId="{EAEFB43B-234D-BB48-9DDA-D00B2488FE22}" type="presParOf" srcId="{A2B48E0A-9193-412A-9D5F-49229015AF41}" destId="{F6F31BDC-3EF9-44B3-A8E8-482B91D24589}" srcOrd="0" destOrd="0" presId="urn:microsoft.com/office/officeart/2018/2/layout/IconVerticalSolidList"/>
    <dgm:cxn modelId="{F0C9C472-A55C-D44B-AC24-AB1459CA14A0}" type="presParOf" srcId="{A2B48E0A-9193-412A-9D5F-49229015AF41}" destId="{A91550B7-E0A2-487C-90AD-186351741FB1}" srcOrd="1" destOrd="0" presId="urn:microsoft.com/office/officeart/2018/2/layout/IconVerticalSolidList"/>
    <dgm:cxn modelId="{FC2CC199-F6C4-974C-BB85-5CCFE1559E75}" type="presParOf" srcId="{A2B48E0A-9193-412A-9D5F-49229015AF41}" destId="{A97E044D-08F7-417B-B3C5-9AA4AC5E4912}" srcOrd="2" destOrd="0" presId="urn:microsoft.com/office/officeart/2018/2/layout/IconVerticalSolidList"/>
    <dgm:cxn modelId="{1BFE6A0D-2491-D04C-A661-E21D459366A2}" type="presParOf" srcId="{A2B48E0A-9193-412A-9D5F-49229015AF41}" destId="{C21BF84B-95AF-401A-8986-5DDD75784D12}" srcOrd="3" destOrd="0" presId="urn:microsoft.com/office/officeart/2018/2/layout/IconVerticalSolidList"/>
    <dgm:cxn modelId="{B3B8A41C-4D34-2144-8FAE-0ACE0E0A228F}" type="presParOf" srcId="{D64A14DF-3EC8-4F5D-92DD-C4E0D47F7E44}" destId="{37E96AF8-E4EA-479D-9CFE-1D199144653E}" srcOrd="7" destOrd="0" presId="urn:microsoft.com/office/officeart/2018/2/layout/IconVerticalSolidList"/>
    <dgm:cxn modelId="{342ADA57-252E-C943-BC83-1BCDF22A944E}" type="presParOf" srcId="{D64A14DF-3EC8-4F5D-92DD-C4E0D47F7E44}" destId="{EF962D15-33DE-4120-B1C7-68947B46541B}" srcOrd="8" destOrd="0" presId="urn:microsoft.com/office/officeart/2018/2/layout/IconVerticalSolidList"/>
    <dgm:cxn modelId="{2600CBB5-A3DB-994E-8C5A-5A81D54494A9}" type="presParOf" srcId="{EF962D15-33DE-4120-B1C7-68947B46541B}" destId="{9FCC25B5-8ACE-42A7-A3B3-116960FC5259}" srcOrd="0" destOrd="0" presId="urn:microsoft.com/office/officeart/2018/2/layout/IconVerticalSolidList"/>
    <dgm:cxn modelId="{531F9B39-37BE-4A49-BC9B-0246C3C72473}" type="presParOf" srcId="{EF962D15-33DE-4120-B1C7-68947B46541B}" destId="{13237BBA-0457-4096-AEBB-F76CC16D43BB}" srcOrd="1" destOrd="0" presId="urn:microsoft.com/office/officeart/2018/2/layout/IconVerticalSolidList"/>
    <dgm:cxn modelId="{DE3A2BC8-8E35-634D-9BEC-6F111AE5747B}" type="presParOf" srcId="{EF962D15-33DE-4120-B1C7-68947B46541B}" destId="{3EBC74E5-A36F-4ABD-935E-6286057532A9}" srcOrd="2" destOrd="0" presId="urn:microsoft.com/office/officeart/2018/2/layout/IconVerticalSolidList"/>
    <dgm:cxn modelId="{96AA92F3-B64C-404A-A491-BD1A29ED9DB6}" type="presParOf" srcId="{EF962D15-33DE-4120-B1C7-68947B46541B}" destId="{2FDC107F-C025-4467-8BF5-257A77C44A1D}" srcOrd="3" destOrd="0" presId="urn:microsoft.com/office/officeart/2018/2/layout/IconVerticalSolidList"/>
    <dgm:cxn modelId="{9A050423-3833-8D4C-A9F8-6838CEC405E6}" type="presParOf" srcId="{D64A14DF-3EC8-4F5D-92DD-C4E0D47F7E44}" destId="{23229685-8CB1-4084-9A32-B1BBA196815C}" srcOrd="9" destOrd="0" presId="urn:microsoft.com/office/officeart/2018/2/layout/IconVerticalSolidList"/>
    <dgm:cxn modelId="{E1D48BB9-100E-E24A-864A-36A4B8034496}" type="presParOf" srcId="{D64A14DF-3EC8-4F5D-92DD-C4E0D47F7E44}" destId="{C089C544-4AAC-403B-B4E7-D044C264E44D}" srcOrd="10" destOrd="0" presId="urn:microsoft.com/office/officeart/2018/2/layout/IconVerticalSolidList"/>
    <dgm:cxn modelId="{D693CFEB-206E-C841-9BD9-DC527FDA8D2F}" type="presParOf" srcId="{C089C544-4AAC-403B-B4E7-D044C264E44D}" destId="{834419D2-DB1F-4B1A-9BB6-B1C4EAC9CCA8}" srcOrd="0" destOrd="0" presId="urn:microsoft.com/office/officeart/2018/2/layout/IconVerticalSolidList"/>
    <dgm:cxn modelId="{AA1E466C-7453-3041-BEFA-976019FBEA0C}" type="presParOf" srcId="{C089C544-4AAC-403B-B4E7-D044C264E44D}" destId="{518C709D-D34A-43CD-AAEE-267F1864E219}" srcOrd="1" destOrd="0" presId="urn:microsoft.com/office/officeart/2018/2/layout/IconVerticalSolidList"/>
    <dgm:cxn modelId="{03AABAE2-DBE7-C645-8A60-6D43B94FDAC1}" type="presParOf" srcId="{C089C544-4AAC-403B-B4E7-D044C264E44D}" destId="{14F1607A-CDF4-45DB-91A5-86BF2AF57726}" srcOrd="2" destOrd="0" presId="urn:microsoft.com/office/officeart/2018/2/layout/IconVerticalSolidList"/>
    <dgm:cxn modelId="{9B763AC0-236C-2A42-B2A3-8735DA08D2D5}" type="presParOf" srcId="{C089C544-4AAC-403B-B4E7-D044C264E44D}" destId="{8854BA1B-8C06-46FA-B240-E4789C9BB82D}" srcOrd="3" destOrd="0" presId="urn:microsoft.com/office/officeart/2018/2/layout/IconVerticalSolidList"/>
    <dgm:cxn modelId="{6FC83D1D-35E2-4E48-BDB6-E6E9B53E9C42}" type="presParOf" srcId="{D64A14DF-3EC8-4F5D-92DD-C4E0D47F7E44}" destId="{A1F01F8F-C2BF-4063-BEBA-0A11FFE85C8F}" srcOrd="11" destOrd="0" presId="urn:microsoft.com/office/officeart/2018/2/layout/IconVerticalSolidList"/>
    <dgm:cxn modelId="{FEF63C07-C685-B540-B595-CF2C305B06B4}" type="presParOf" srcId="{D64A14DF-3EC8-4F5D-92DD-C4E0D47F7E44}" destId="{DB775608-10B0-4215-8E26-7CC10C56A3D6}" srcOrd="12" destOrd="0" presId="urn:microsoft.com/office/officeart/2018/2/layout/IconVerticalSolidList"/>
    <dgm:cxn modelId="{AA268ECD-D7ED-9A4E-A169-5C6CEAECC05F}" type="presParOf" srcId="{DB775608-10B0-4215-8E26-7CC10C56A3D6}" destId="{0D7C7C37-429D-4408-BE1A-61724B46F58E}" srcOrd="0" destOrd="0" presId="urn:microsoft.com/office/officeart/2018/2/layout/IconVerticalSolidList"/>
    <dgm:cxn modelId="{8BC56A36-511D-924C-9D2C-F86B072E2880}" type="presParOf" srcId="{DB775608-10B0-4215-8E26-7CC10C56A3D6}" destId="{4F7C8E5A-95CB-4523-87D1-64FFEF4524EE}" srcOrd="1" destOrd="0" presId="urn:microsoft.com/office/officeart/2018/2/layout/IconVerticalSolidList"/>
    <dgm:cxn modelId="{E2EA1162-D280-5A4D-A4EC-5936643D782D}" type="presParOf" srcId="{DB775608-10B0-4215-8E26-7CC10C56A3D6}" destId="{61667DF3-3701-4D3F-AF43-8DC6437664D4}" srcOrd="2" destOrd="0" presId="urn:microsoft.com/office/officeart/2018/2/layout/IconVerticalSolidList"/>
    <dgm:cxn modelId="{FC9B92E3-7EEB-E043-9967-B4994A7806CB}" type="presParOf" srcId="{DB775608-10B0-4215-8E26-7CC10C56A3D6}" destId="{64BB98CA-6158-4918-8EEE-B67FBAB9DFD4}" srcOrd="3" destOrd="0" presId="urn:microsoft.com/office/officeart/2018/2/layout/IconVerticalSolidList"/>
    <dgm:cxn modelId="{C82A4FB3-49EF-D348-96A2-C962F775F042}" type="presParOf" srcId="{D64A14DF-3EC8-4F5D-92DD-C4E0D47F7E44}" destId="{B3A003BF-096E-4EBB-9C25-B3A56E0E2F6D}" srcOrd="13" destOrd="0" presId="urn:microsoft.com/office/officeart/2018/2/layout/IconVerticalSolidList"/>
    <dgm:cxn modelId="{0CD43C17-46EA-7E47-802E-899DAEB64309}" type="presParOf" srcId="{D64A14DF-3EC8-4F5D-92DD-C4E0D47F7E44}" destId="{C4F7581C-1DB2-4844-A4BD-E1BBE60660E1}" srcOrd="14" destOrd="0" presId="urn:microsoft.com/office/officeart/2018/2/layout/IconVerticalSolidList"/>
    <dgm:cxn modelId="{D96BE166-BA88-1749-83F4-4F204009E8CF}" type="presParOf" srcId="{C4F7581C-1DB2-4844-A4BD-E1BBE60660E1}" destId="{0A345D43-ABCF-4F58-A160-F4A0909EA7C7}" srcOrd="0" destOrd="0" presId="urn:microsoft.com/office/officeart/2018/2/layout/IconVerticalSolidList"/>
    <dgm:cxn modelId="{98816338-C451-9C45-ADB6-DC04D0C71184}" type="presParOf" srcId="{C4F7581C-1DB2-4844-A4BD-E1BBE60660E1}" destId="{6C29D530-BD90-4D5A-AC50-DB5A35C922A7}" srcOrd="1" destOrd="0" presId="urn:microsoft.com/office/officeart/2018/2/layout/IconVerticalSolidList"/>
    <dgm:cxn modelId="{CEF771A5-69C5-6A4D-9ACE-CA72340560C7}" type="presParOf" srcId="{C4F7581C-1DB2-4844-A4BD-E1BBE60660E1}" destId="{1A58A496-CCE7-4AA2-B208-D6FA5826F18E}" srcOrd="2" destOrd="0" presId="urn:microsoft.com/office/officeart/2018/2/layout/IconVerticalSolidList"/>
    <dgm:cxn modelId="{246BFEE7-5E6A-F94E-82EC-BCDD55A9EB29}" type="presParOf" srcId="{C4F7581C-1DB2-4844-A4BD-E1BBE60660E1}" destId="{03438B93-31F6-4689-8A69-506C330314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7F5FA0-1A6A-814E-96C1-D0DC2391659C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E7DE001-BE39-924B-92CC-6BCF9B9C08B2}">
      <dgm:prSet phldrT="Add an event"/>
      <dgm:spPr/>
      <dgm:t>
        <a:bodyPr/>
        <a:lstStyle/>
        <a:p>
          <a:pPr>
            <a:defRPr b="1"/>
          </a:pPr>
          <a:r>
            <a:rPr lang="en-GB" dirty="0"/>
            <a:t>Dataset</a:t>
          </a:r>
        </a:p>
      </dgm:t>
    </dgm:pt>
    <dgm:pt modelId="{3C57FCCD-47EB-C94C-A261-471A2F5BC9F3}" type="parTrans" cxnId="{A8322AF3-9B48-5744-9240-084636B81AF4}">
      <dgm:prSet/>
      <dgm:spPr/>
      <dgm:t>
        <a:bodyPr/>
        <a:lstStyle/>
        <a:p>
          <a:endParaRPr lang="en-GB"/>
        </a:p>
      </dgm:t>
    </dgm:pt>
    <dgm:pt modelId="{4268CEFD-BFE3-F743-8660-5242B5F74B73}" type="sibTrans" cxnId="{A8322AF3-9B48-5744-9240-084636B81AF4}">
      <dgm:prSet/>
      <dgm:spPr/>
      <dgm:t>
        <a:bodyPr/>
        <a:lstStyle/>
        <a:p>
          <a:endParaRPr lang="en-GB"/>
        </a:p>
      </dgm:t>
    </dgm:pt>
    <dgm:pt modelId="{3E8DED2A-A5BE-794B-B155-D1F766E40262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A72BB8B3-5E56-9541-9BFD-E54E03CFE54B}" type="parTrans" cxnId="{66AC69E5-BD83-0E42-9858-CDCBC1A27864}">
      <dgm:prSet/>
      <dgm:spPr/>
      <dgm:t>
        <a:bodyPr/>
        <a:lstStyle/>
        <a:p>
          <a:endParaRPr lang="en-GB"/>
        </a:p>
      </dgm:t>
    </dgm:pt>
    <dgm:pt modelId="{A0D82831-B10F-B541-A673-3301064A779A}" type="sibTrans" cxnId="{66AC69E5-BD83-0E42-9858-CDCBC1A27864}">
      <dgm:prSet/>
      <dgm:spPr/>
      <dgm:t>
        <a:bodyPr/>
        <a:lstStyle/>
        <a:p>
          <a:endParaRPr lang="en-GB"/>
        </a:p>
      </dgm:t>
    </dgm:pt>
    <dgm:pt modelId="{47928BF1-129B-C244-968E-4C3E900A1B1F}">
      <dgm:prSet phldrT="Add an event"/>
      <dgm:spPr/>
      <dgm:t>
        <a:bodyPr/>
        <a:lstStyle/>
        <a:p>
          <a:pPr>
            <a:defRPr b="1"/>
          </a:pPr>
          <a:r>
            <a:rPr lang="en-DE" dirty="0"/>
            <a:t>Data Cleaning</a:t>
          </a:r>
          <a:endParaRPr lang="en-GB" dirty="0"/>
        </a:p>
      </dgm:t>
    </dgm:pt>
    <dgm:pt modelId="{0B5451CE-0C31-7C46-9183-1AF19DACB556}" type="parTrans" cxnId="{2BE8E621-93CD-734F-9BA4-60C5FF28CB88}">
      <dgm:prSet/>
      <dgm:spPr/>
      <dgm:t>
        <a:bodyPr/>
        <a:lstStyle/>
        <a:p>
          <a:endParaRPr lang="en-GB"/>
        </a:p>
      </dgm:t>
    </dgm:pt>
    <dgm:pt modelId="{3FA6C7FC-6721-8047-BF1C-FB1A7264C898}" type="sibTrans" cxnId="{2BE8E621-93CD-734F-9BA4-60C5FF28CB88}">
      <dgm:prSet/>
      <dgm:spPr/>
      <dgm:t>
        <a:bodyPr/>
        <a:lstStyle/>
        <a:p>
          <a:endParaRPr lang="en-GB"/>
        </a:p>
      </dgm:t>
    </dgm:pt>
    <dgm:pt modelId="{DBFBA364-2C31-B249-AB2D-3F33B92C11A3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1CC62627-9527-3B4F-939B-2CE224C800CF}" type="parTrans" cxnId="{88D62983-58EC-1F4D-AD42-F44FF21A664B}">
      <dgm:prSet/>
      <dgm:spPr/>
      <dgm:t>
        <a:bodyPr/>
        <a:lstStyle/>
        <a:p>
          <a:endParaRPr lang="en-GB"/>
        </a:p>
      </dgm:t>
    </dgm:pt>
    <dgm:pt modelId="{879BDED3-9593-3540-A7D9-4CA5B2557856}" type="sibTrans" cxnId="{88D62983-58EC-1F4D-AD42-F44FF21A664B}">
      <dgm:prSet/>
      <dgm:spPr/>
      <dgm:t>
        <a:bodyPr/>
        <a:lstStyle/>
        <a:p>
          <a:endParaRPr lang="en-GB"/>
        </a:p>
      </dgm:t>
    </dgm:pt>
    <dgm:pt modelId="{14402F81-A04A-5843-AA34-8BEAFE019CE8}">
      <dgm:prSet phldrT="Add an event"/>
      <dgm:spPr/>
      <dgm:t>
        <a:bodyPr/>
        <a:lstStyle/>
        <a:p>
          <a:pPr>
            <a:defRPr b="1"/>
          </a:pPr>
          <a:r>
            <a:rPr lang="en-GB" dirty="0"/>
            <a:t>Feature Selection</a:t>
          </a:r>
        </a:p>
      </dgm:t>
    </dgm:pt>
    <dgm:pt modelId="{1F92169C-189D-7F41-A9FD-4E472BA0245E}" type="parTrans" cxnId="{481A3CEB-EBFD-C44D-8450-8B09A2EB28BD}">
      <dgm:prSet/>
      <dgm:spPr/>
      <dgm:t>
        <a:bodyPr/>
        <a:lstStyle/>
        <a:p>
          <a:endParaRPr lang="en-GB"/>
        </a:p>
      </dgm:t>
    </dgm:pt>
    <dgm:pt modelId="{3A50DA23-A09F-114D-9C2A-0B153F8D4FFE}" type="sibTrans" cxnId="{481A3CEB-EBFD-C44D-8450-8B09A2EB28BD}">
      <dgm:prSet/>
      <dgm:spPr/>
      <dgm:t>
        <a:bodyPr/>
        <a:lstStyle/>
        <a:p>
          <a:endParaRPr lang="en-GB"/>
        </a:p>
      </dgm:t>
    </dgm:pt>
    <dgm:pt modelId="{C12A9446-1752-3344-8F82-FDAA5763912C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47B3BD57-9DF7-0C47-8E2F-7C55BF8B49AB}" type="parTrans" cxnId="{8EAC3324-7A9F-7D46-94EE-650DC32FC586}">
      <dgm:prSet/>
      <dgm:spPr/>
      <dgm:t>
        <a:bodyPr/>
        <a:lstStyle/>
        <a:p>
          <a:endParaRPr lang="en-GB"/>
        </a:p>
      </dgm:t>
    </dgm:pt>
    <dgm:pt modelId="{BDFE24CA-3BBB-2148-BB3C-D345F5A4348E}" type="sibTrans" cxnId="{8EAC3324-7A9F-7D46-94EE-650DC32FC586}">
      <dgm:prSet/>
      <dgm:spPr/>
      <dgm:t>
        <a:bodyPr/>
        <a:lstStyle/>
        <a:p>
          <a:endParaRPr lang="en-GB"/>
        </a:p>
      </dgm:t>
    </dgm:pt>
    <dgm:pt modelId="{58748265-61D6-3746-AB70-A731C0148EB9}">
      <dgm:prSet phldrT="Add an event"/>
      <dgm:spPr/>
      <dgm:t>
        <a:bodyPr/>
        <a:lstStyle/>
        <a:p>
          <a:pPr>
            <a:defRPr b="1"/>
          </a:pPr>
          <a:r>
            <a:rPr lang="en-GB" dirty="0"/>
            <a:t>Train/Test Split</a:t>
          </a:r>
        </a:p>
      </dgm:t>
    </dgm:pt>
    <dgm:pt modelId="{B7F372D1-B0B2-1343-9076-B43FE3B3B39D}" type="parTrans" cxnId="{47A5CDC9-CDE9-F746-9F23-61BF5361D1C9}">
      <dgm:prSet/>
      <dgm:spPr/>
      <dgm:t>
        <a:bodyPr/>
        <a:lstStyle/>
        <a:p>
          <a:endParaRPr lang="en-GB"/>
        </a:p>
      </dgm:t>
    </dgm:pt>
    <dgm:pt modelId="{01767970-91C4-8F44-9727-398A2D5EC414}" type="sibTrans" cxnId="{47A5CDC9-CDE9-F746-9F23-61BF5361D1C9}">
      <dgm:prSet/>
      <dgm:spPr/>
      <dgm:t>
        <a:bodyPr/>
        <a:lstStyle/>
        <a:p>
          <a:endParaRPr lang="en-GB"/>
        </a:p>
      </dgm:t>
    </dgm:pt>
    <dgm:pt modelId="{055F0C16-802E-CF4C-B0E0-41C25916214F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A7B7A2CD-8548-B54E-B5DC-2A9608515DA8}" type="parTrans" cxnId="{91BFE458-8246-2A43-9BCF-F005261AE19A}">
      <dgm:prSet/>
      <dgm:spPr/>
      <dgm:t>
        <a:bodyPr/>
        <a:lstStyle/>
        <a:p>
          <a:endParaRPr lang="en-GB"/>
        </a:p>
      </dgm:t>
    </dgm:pt>
    <dgm:pt modelId="{226E204B-B352-CC42-85E9-7947C6CC79B0}" type="sibTrans" cxnId="{91BFE458-8246-2A43-9BCF-F005261AE19A}">
      <dgm:prSet/>
      <dgm:spPr/>
      <dgm:t>
        <a:bodyPr/>
        <a:lstStyle/>
        <a:p>
          <a:endParaRPr lang="en-GB"/>
        </a:p>
      </dgm:t>
    </dgm:pt>
    <dgm:pt modelId="{6AC45776-4052-1F4D-B0D6-36BEDD67832E}">
      <dgm:prSet phldrT="Add an event"/>
      <dgm:spPr/>
      <dgm:t>
        <a:bodyPr/>
        <a:lstStyle/>
        <a:p>
          <a:pPr>
            <a:defRPr b="1"/>
          </a:pPr>
          <a:r>
            <a:rPr lang="en-GB" dirty="0"/>
            <a:t>Feature Scaling</a:t>
          </a:r>
        </a:p>
      </dgm:t>
    </dgm:pt>
    <dgm:pt modelId="{76DD8F41-ED57-FB4C-8C5D-105342159421}" type="parTrans" cxnId="{47097082-2B1E-4047-BBBF-BEA2E1256156}">
      <dgm:prSet/>
      <dgm:spPr/>
      <dgm:t>
        <a:bodyPr/>
        <a:lstStyle/>
        <a:p>
          <a:endParaRPr lang="en-GB"/>
        </a:p>
      </dgm:t>
    </dgm:pt>
    <dgm:pt modelId="{FAD9F155-2541-0C44-80E2-F0FA85299ADF}" type="sibTrans" cxnId="{47097082-2B1E-4047-BBBF-BEA2E1256156}">
      <dgm:prSet/>
      <dgm:spPr/>
      <dgm:t>
        <a:bodyPr/>
        <a:lstStyle/>
        <a:p>
          <a:endParaRPr lang="en-GB"/>
        </a:p>
      </dgm:t>
    </dgm:pt>
    <dgm:pt modelId="{D4734F69-CBC9-954A-86AE-DCCD559AB093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CD34AAB6-2831-5947-8466-633FA7350AEF}" type="parTrans" cxnId="{EDFB75E4-2E74-BD4D-9C9B-EB74726011AD}">
      <dgm:prSet/>
      <dgm:spPr/>
      <dgm:t>
        <a:bodyPr/>
        <a:lstStyle/>
        <a:p>
          <a:endParaRPr lang="en-GB"/>
        </a:p>
      </dgm:t>
    </dgm:pt>
    <dgm:pt modelId="{48DCEFB5-AD94-0947-B6BE-B5C12410B173}" type="sibTrans" cxnId="{EDFB75E4-2E74-BD4D-9C9B-EB74726011AD}">
      <dgm:prSet/>
      <dgm:spPr/>
      <dgm:t>
        <a:bodyPr/>
        <a:lstStyle/>
        <a:p>
          <a:endParaRPr lang="en-GB"/>
        </a:p>
      </dgm:t>
    </dgm:pt>
    <dgm:pt modelId="{239CF96E-AE69-F747-AFC2-5109E782C5C2}">
      <dgm:prSet phldrT="Add an event"/>
      <dgm:spPr/>
      <dgm:t>
        <a:bodyPr/>
        <a:lstStyle/>
        <a:p>
          <a:pPr>
            <a:defRPr b="1"/>
          </a:pPr>
          <a:r>
            <a:rPr lang="en-GB" dirty="0"/>
            <a:t>Baseline Model</a:t>
          </a:r>
        </a:p>
      </dgm:t>
    </dgm:pt>
    <dgm:pt modelId="{B8B5C44F-0928-A647-B624-3D63846BB262}" type="parTrans" cxnId="{FFA16072-8706-D44C-AA75-89700130A8A9}">
      <dgm:prSet/>
      <dgm:spPr/>
      <dgm:t>
        <a:bodyPr/>
        <a:lstStyle/>
        <a:p>
          <a:endParaRPr lang="en-GB"/>
        </a:p>
      </dgm:t>
    </dgm:pt>
    <dgm:pt modelId="{E2B81642-6B6C-7740-BB0D-CF2E7E81D622}" type="sibTrans" cxnId="{FFA16072-8706-D44C-AA75-89700130A8A9}">
      <dgm:prSet/>
      <dgm:spPr/>
      <dgm:t>
        <a:bodyPr/>
        <a:lstStyle/>
        <a:p>
          <a:endParaRPr lang="en-GB"/>
        </a:p>
      </dgm:t>
    </dgm:pt>
    <dgm:pt modelId="{984881CC-1432-0640-B4AA-BECEC24D8BBD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20B71F7E-8BC4-A043-818B-66FE9663E954}" type="parTrans" cxnId="{3C920768-1CA3-CB42-96BE-597E2777D523}">
      <dgm:prSet/>
      <dgm:spPr/>
      <dgm:t>
        <a:bodyPr/>
        <a:lstStyle/>
        <a:p>
          <a:endParaRPr lang="en-GB"/>
        </a:p>
      </dgm:t>
    </dgm:pt>
    <dgm:pt modelId="{C496E958-8E86-154C-9EE6-F58A5EF87CC1}" type="sibTrans" cxnId="{3C920768-1CA3-CB42-96BE-597E2777D523}">
      <dgm:prSet/>
      <dgm:spPr/>
      <dgm:t>
        <a:bodyPr/>
        <a:lstStyle/>
        <a:p>
          <a:endParaRPr lang="en-GB"/>
        </a:p>
      </dgm:t>
    </dgm:pt>
    <dgm:pt modelId="{CA3E3C16-F0C5-2D47-B133-00E87B7BA0B8}">
      <dgm:prSet phldrT="Add an event"/>
      <dgm:spPr/>
      <dgm:t>
        <a:bodyPr/>
        <a:lstStyle/>
        <a:p>
          <a:pPr>
            <a:defRPr b="1"/>
          </a:pPr>
          <a:r>
            <a:rPr lang="en-GB" dirty="0"/>
            <a:t>Advanced Models</a:t>
          </a:r>
        </a:p>
      </dgm:t>
    </dgm:pt>
    <dgm:pt modelId="{E3F252C0-EAE9-F744-BF57-78EB21247507}" type="parTrans" cxnId="{4AB7C6B6-8CF4-6249-BED4-8E9494F82C09}">
      <dgm:prSet/>
      <dgm:spPr/>
      <dgm:t>
        <a:bodyPr/>
        <a:lstStyle/>
        <a:p>
          <a:endParaRPr lang="en-GB"/>
        </a:p>
      </dgm:t>
    </dgm:pt>
    <dgm:pt modelId="{AF697319-2A43-0344-9CB1-311A6885E0AD}" type="sibTrans" cxnId="{4AB7C6B6-8CF4-6249-BED4-8E9494F82C09}">
      <dgm:prSet/>
      <dgm:spPr/>
      <dgm:t>
        <a:bodyPr/>
        <a:lstStyle/>
        <a:p>
          <a:endParaRPr lang="en-GB"/>
        </a:p>
      </dgm:t>
    </dgm:pt>
    <dgm:pt modelId="{B738041A-5019-D94E-9178-891BF57B10DC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02FE30B5-AFAD-F84E-9338-BB28B72512B7}" type="parTrans" cxnId="{0536B7F0-B5F5-3747-B045-5587518E5944}">
      <dgm:prSet/>
      <dgm:spPr/>
      <dgm:t>
        <a:bodyPr/>
        <a:lstStyle/>
        <a:p>
          <a:endParaRPr lang="en-GB"/>
        </a:p>
      </dgm:t>
    </dgm:pt>
    <dgm:pt modelId="{76F34118-86F4-1245-B414-97090C53E2AE}" type="sibTrans" cxnId="{0536B7F0-B5F5-3747-B045-5587518E5944}">
      <dgm:prSet/>
      <dgm:spPr/>
      <dgm:t>
        <a:bodyPr/>
        <a:lstStyle/>
        <a:p>
          <a:endParaRPr lang="en-GB"/>
        </a:p>
      </dgm:t>
    </dgm:pt>
    <dgm:pt modelId="{C10DF9A8-0D05-124B-B3B9-CE26C97193F0}">
      <dgm:prSet/>
      <dgm:spPr/>
      <dgm:t>
        <a:bodyPr/>
        <a:lstStyle/>
        <a:p>
          <a:pPr>
            <a:defRPr b="1"/>
          </a:pPr>
          <a:r>
            <a:rPr lang="en-GB" dirty="0"/>
            <a:t>Hyperparameter Optimization</a:t>
          </a:r>
        </a:p>
      </dgm:t>
    </dgm:pt>
    <dgm:pt modelId="{5A85912B-0819-2844-A942-E6A7AE724B41}" type="parTrans" cxnId="{DD5B47A3-F0F7-974A-8C39-AB4EDC53C2FB}">
      <dgm:prSet/>
      <dgm:spPr/>
      <dgm:t>
        <a:bodyPr/>
        <a:lstStyle/>
        <a:p>
          <a:endParaRPr lang="en-GB"/>
        </a:p>
      </dgm:t>
    </dgm:pt>
    <dgm:pt modelId="{315785A8-5706-B944-8D23-0711C2D3CC56}" type="sibTrans" cxnId="{DD5B47A3-F0F7-974A-8C39-AB4EDC53C2FB}">
      <dgm:prSet/>
      <dgm:spPr/>
      <dgm:t>
        <a:bodyPr/>
        <a:lstStyle/>
        <a:p>
          <a:endParaRPr lang="en-GB"/>
        </a:p>
      </dgm:t>
    </dgm:pt>
    <dgm:pt modelId="{776CC224-3D4A-E44D-81A9-F4C7F1F6FB5C}">
      <dgm:prSet phldrT="Add an event"/>
      <dgm:spPr/>
      <dgm:t>
        <a:bodyPr/>
        <a:lstStyle/>
        <a:p>
          <a:pPr>
            <a:defRPr b="1"/>
          </a:pPr>
          <a:r>
            <a:rPr lang="en-GB" dirty="0"/>
            <a:t>Cross Validation</a:t>
          </a:r>
        </a:p>
      </dgm:t>
    </dgm:pt>
    <dgm:pt modelId="{5252B400-E074-E349-899D-DF5FB5A5A70D}" type="parTrans" cxnId="{BCD09A62-883C-ED4D-BF22-C22ED6BF81EE}">
      <dgm:prSet/>
      <dgm:spPr/>
      <dgm:t>
        <a:bodyPr/>
        <a:lstStyle/>
        <a:p>
          <a:endParaRPr lang="en-GB"/>
        </a:p>
      </dgm:t>
    </dgm:pt>
    <dgm:pt modelId="{1F05636B-FA80-7348-90DE-04294148D875}" type="sibTrans" cxnId="{BCD09A62-883C-ED4D-BF22-C22ED6BF81EE}">
      <dgm:prSet/>
      <dgm:spPr/>
      <dgm:t>
        <a:bodyPr/>
        <a:lstStyle/>
        <a:p>
          <a:endParaRPr lang="en-GB"/>
        </a:p>
      </dgm:t>
    </dgm:pt>
    <dgm:pt modelId="{852BCE8E-DBFC-6C4A-8AC2-F087113F4161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371ECC1E-9F49-FC4B-9A0B-69C9EECA531B}" type="parTrans" cxnId="{526B791C-A752-E74B-866C-13BE615B83FC}">
      <dgm:prSet/>
      <dgm:spPr/>
      <dgm:t>
        <a:bodyPr/>
        <a:lstStyle/>
        <a:p>
          <a:endParaRPr lang="en-GB"/>
        </a:p>
      </dgm:t>
    </dgm:pt>
    <dgm:pt modelId="{9466BD1F-0667-E14F-AC79-72E7D97BCDD3}" type="sibTrans" cxnId="{526B791C-A752-E74B-866C-13BE615B83FC}">
      <dgm:prSet/>
      <dgm:spPr/>
      <dgm:t>
        <a:bodyPr/>
        <a:lstStyle/>
        <a:p>
          <a:endParaRPr lang="en-GB"/>
        </a:p>
      </dgm:t>
    </dgm:pt>
    <dgm:pt modelId="{F4C5EF9F-9552-E244-BDFC-09E1EB0C01E6}">
      <dgm:prSet phldrT="Add an event"/>
      <dgm:spPr/>
      <dgm:t>
        <a:bodyPr/>
        <a:lstStyle/>
        <a:p>
          <a:pPr>
            <a:defRPr b="1"/>
          </a:pPr>
          <a:r>
            <a:rPr lang="en-GB" dirty="0"/>
            <a:t>Model Evaluation</a:t>
          </a:r>
        </a:p>
      </dgm:t>
    </dgm:pt>
    <dgm:pt modelId="{94AFDE20-41C8-A348-822F-05A120347A3A}" type="parTrans" cxnId="{3944AFA5-E8FF-EC43-B782-0FBF7AF0CEA2}">
      <dgm:prSet/>
      <dgm:spPr/>
      <dgm:t>
        <a:bodyPr/>
        <a:lstStyle/>
        <a:p>
          <a:endParaRPr lang="en-GB"/>
        </a:p>
      </dgm:t>
    </dgm:pt>
    <dgm:pt modelId="{742F193C-DB43-B942-8233-FF2B6E553D4C}" type="sibTrans" cxnId="{3944AFA5-E8FF-EC43-B782-0FBF7AF0CEA2}">
      <dgm:prSet/>
      <dgm:spPr/>
      <dgm:t>
        <a:bodyPr/>
        <a:lstStyle/>
        <a:p>
          <a:endParaRPr lang="en-GB"/>
        </a:p>
      </dgm:t>
    </dgm:pt>
    <dgm:pt modelId="{84ADE4D0-2C41-D14E-BDDE-FB72BFCF40B9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0580C63F-7D91-F64F-9A79-1063492B2BF3}" type="parTrans" cxnId="{49D32FC4-8AB8-D24F-BF2C-B5C6AE2E2FFA}">
      <dgm:prSet/>
      <dgm:spPr/>
      <dgm:t>
        <a:bodyPr/>
        <a:lstStyle/>
        <a:p>
          <a:endParaRPr lang="en-GB"/>
        </a:p>
      </dgm:t>
    </dgm:pt>
    <dgm:pt modelId="{04DB09FA-AFB8-8244-B918-CDEAA515E173}" type="sibTrans" cxnId="{49D32FC4-8AB8-D24F-BF2C-B5C6AE2E2FFA}">
      <dgm:prSet/>
      <dgm:spPr/>
      <dgm:t>
        <a:bodyPr/>
        <a:lstStyle/>
        <a:p>
          <a:endParaRPr lang="en-GB"/>
        </a:p>
      </dgm:t>
    </dgm:pt>
    <dgm:pt modelId="{B9E43237-ADED-AE46-A27D-7A810DE40424}">
      <dgm:prSet phldrT="Add an event"/>
      <dgm:spPr/>
      <dgm:t>
        <a:bodyPr/>
        <a:lstStyle/>
        <a:p>
          <a:pPr>
            <a:defRPr b="1"/>
          </a:pPr>
          <a:r>
            <a:rPr lang="en-DE" dirty="0"/>
            <a:t>EDA</a:t>
          </a:r>
          <a:endParaRPr lang="en-GB" dirty="0"/>
        </a:p>
      </dgm:t>
    </dgm:pt>
    <dgm:pt modelId="{1B7E9B35-9173-4740-8557-A93BFA93FD70}" type="sibTrans" cxnId="{E615307A-DAD1-3A49-BA64-735B66E661BF}">
      <dgm:prSet/>
      <dgm:spPr/>
      <dgm:t>
        <a:bodyPr/>
        <a:lstStyle/>
        <a:p>
          <a:endParaRPr lang="en-GB"/>
        </a:p>
      </dgm:t>
    </dgm:pt>
    <dgm:pt modelId="{2DB7A0FA-2BAE-9546-97A4-20A3D1850AFC}" type="parTrans" cxnId="{E615307A-DAD1-3A49-BA64-735B66E661BF}">
      <dgm:prSet/>
      <dgm:spPr/>
      <dgm:t>
        <a:bodyPr/>
        <a:lstStyle/>
        <a:p>
          <a:endParaRPr lang="en-GB"/>
        </a:p>
      </dgm:t>
    </dgm:pt>
    <dgm:pt modelId="{0C852373-B3A9-AA48-87D3-54D3D076453D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771AC930-4358-8B4C-9710-9F035D7BD4DC}" type="sibTrans" cxnId="{79AA34CE-FF19-F34E-9DD7-0B3DF4159536}">
      <dgm:prSet/>
      <dgm:spPr/>
      <dgm:t>
        <a:bodyPr/>
        <a:lstStyle/>
        <a:p>
          <a:endParaRPr lang="en-GB"/>
        </a:p>
      </dgm:t>
    </dgm:pt>
    <dgm:pt modelId="{D7FBD873-2C05-D84F-91BC-C06CEF4E616B}" type="parTrans" cxnId="{79AA34CE-FF19-F34E-9DD7-0B3DF4159536}">
      <dgm:prSet/>
      <dgm:spPr/>
      <dgm:t>
        <a:bodyPr/>
        <a:lstStyle/>
        <a:p>
          <a:endParaRPr lang="en-GB"/>
        </a:p>
      </dgm:t>
    </dgm:pt>
    <dgm:pt modelId="{7CCD213D-789D-9D46-B393-40AE303704E3}" type="pres">
      <dgm:prSet presAssocID="{687F5FA0-1A6A-814E-96C1-D0DC2391659C}" presName="root" presStyleCnt="0">
        <dgm:presLayoutVars>
          <dgm:dir/>
          <dgm:animLvl val="lvl"/>
        </dgm:presLayoutVars>
      </dgm:prSet>
      <dgm:spPr/>
    </dgm:pt>
    <dgm:pt modelId="{B4A8659E-0025-5D44-B289-39F39376978F}" type="pres">
      <dgm:prSet presAssocID="{687F5FA0-1A6A-814E-96C1-D0DC2391659C}" presName="divider" presStyleCnt="0"/>
      <dgm:spPr/>
    </dgm:pt>
    <dgm:pt modelId="{68592272-DB56-D74E-BA2B-63825BA41FE7}" type="pres">
      <dgm:prSet presAssocID="{687F5FA0-1A6A-814E-96C1-D0DC2391659C}" presName="rectBar" presStyleLbl="dkBgShp" presStyleIdx="0" presStyleCnt="1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B6C5390-4000-C54B-B4E3-0A8AC30018FF}" type="pres">
      <dgm:prSet presAssocID="{687F5FA0-1A6A-814E-96C1-D0DC2391659C}" presName="chevronArrow" presStyleLbl="dkBgShp" presStyleIdx="1" presStyleCnt="1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367F527-B06A-464B-AE22-7EC237B8FAFB}" type="pres">
      <dgm:prSet presAssocID="{687F5FA0-1A6A-814E-96C1-D0DC2391659C}" presName="nodes" presStyleCnt="0">
        <dgm:presLayoutVars>
          <dgm:chMax/>
          <dgm:chPref/>
          <dgm:animLvl val="lvl"/>
        </dgm:presLayoutVars>
      </dgm:prSet>
      <dgm:spPr/>
    </dgm:pt>
    <dgm:pt modelId="{468B8CD2-2AC5-744F-AC2F-21CC0D264969}" type="pres">
      <dgm:prSet presAssocID="{CE7DE001-BE39-924B-92CC-6BCF9B9C08B2}" presName="composite" presStyleCnt="0"/>
      <dgm:spPr/>
    </dgm:pt>
    <dgm:pt modelId="{E24E2232-5C13-4643-B7C3-1576DBC164AD}" type="pres">
      <dgm:prSet presAssocID="{CE7DE001-BE39-924B-92CC-6BCF9B9C08B2}" presName="DropPinPlaceHolder" presStyleCnt="0"/>
      <dgm:spPr/>
    </dgm:pt>
    <dgm:pt modelId="{43A9178E-D3C8-2C4B-BD7E-8E467BD45A4C}" type="pres">
      <dgm:prSet presAssocID="{CE7DE001-BE39-924B-92CC-6BCF9B9C08B2}" presName="DropPin" presStyleLbl="alignNode1" presStyleIdx="0" presStyleCnt="11"/>
      <dgm:spPr/>
    </dgm:pt>
    <dgm:pt modelId="{427998C2-CF6B-064C-A1F1-834B46F0E8BE}" type="pres">
      <dgm:prSet presAssocID="{CE7DE001-BE39-924B-92CC-6BCF9B9C08B2}" presName="Ellipse" presStyleLbl="fgAcc1" presStyleIdx="0" presStyleCnt="11"/>
      <dgm:spPr/>
    </dgm:pt>
    <dgm:pt modelId="{E440198E-D263-6A49-AE40-5C7549161976}" type="pres">
      <dgm:prSet presAssocID="{CE7DE001-BE39-924B-92CC-6BCF9B9C08B2}" presName="L2TextContainer" presStyleLbl="revTx" presStyleIdx="0" presStyleCnt="22">
        <dgm:presLayoutVars>
          <dgm:bulletEnabled val="1"/>
        </dgm:presLayoutVars>
      </dgm:prSet>
      <dgm:spPr/>
    </dgm:pt>
    <dgm:pt modelId="{82FFEA13-2A84-5F4A-ABEE-CCB2C4FA71ED}" type="pres">
      <dgm:prSet presAssocID="{CE7DE001-BE39-924B-92CC-6BCF9B9C08B2}" presName="L1TextContainer" presStyleLbl="revTx" presStyleIdx="1" presStyleCnt="22">
        <dgm:presLayoutVars>
          <dgm:chMax val="1"/>
          <dgm:chPref val="1"/>
          <dgm:bulletEnabled val="1"/>
        </dgm:presLayoutVars>
      </dgm:prSet>
      <dgm:spPr/>
    </dgm:pt>
    <dgm:pt modelId="{ED851057-DF1D-1544-9482-01F01F2A8FA0}" type="pres">
      <dgm:prSet presAssocID="{CE7DE001-BE39-924B-92CC-6BCF9B9C08B2}" presName="ConnectLine" presStyleLbl="dkBgShp" presStyleIdx="2" presStyleCnt="13"/>
      <dgm:spPr/>
    </dgm:pt>
    <dgm:pt modelId="{C2FAC816-9B1F-084C-8B40-DA4E8E75DB36}" type="pres">
      <dgm:prSet presAssocID="{CE7DE001-BE39-924B-92CC-6BCF9B9C08B2}" presName="ConnectorPoint" presStyleCnt="0"/>
      <dgm:spPr/>
    </dgm:pt>
    <dgm:pt modelId="{45A93DB1-4B43-4E46-A765-D5AF8DA3E441}" type="pres">
      <dgm:prSet presAssocID="{CE7DE001-BE39-924B-92CC-6BCF9B9C08B2}" presName="Bullet" presStyleLbl="lnNode1" presStyleIdx="0" presStyleCnt="11"/>
      <dgm:spPr/>
    </dgm:pt>
    <dgm:pt modelId="{365D2419-B33C-3549-84A3-87DFEC769A2E}" type="pres">
      <dgm:prSet presAssocID="{CE7DE001-BE39-924B-92CC-6BCF9B9C08B2}" presName="EmptyPlaceHolder" presStyleCnt="0"/>
      <dgm:spPr/>
    </dgm:pt>
    <dgm:pt modelId="{25506303-95D9-6A40-BED2-33CF64DE9FCC}" type="pres">
      <dgm:prSet presAssocID="{4268CEFD-BFE3-F743-8660-5242B5F74B73}" presName="spaceBetweenRectangles" presStyleCnt="0"/>
      <dgm:spPr/>
    </dgm:pt>
    <dgm:pt modelId="{690C422E-A01B-8742-BFDA-706ACA67D033}" type="pres">
      <dgm:prSet presAssocID="{47928BF1-129B-C244-968E-4C3E900A1B1F}" presName="composite" presStyleCnt="0"/>
      <dgm:spPr/>
    </dgm:pt>
    <dgm:pt modelId="{53B9B15E-BA86-664E-A8B5-88E0C8C3525A}" type="pres">
      <dgm:prSet presAssocID="{47928BF1-129B-C244-968E-4C3E900A1B1F}" presName="DropPinPlaceHolder" presStyleCnt="0"/>
      <dgm:spPr/>
    </dgm:pt>
    <dgm:pt modelId="{50925030-7F96-9C42-988E-EFB469DB022C}" type="pres">
      <dgm:prSet presAssocID="{47928BF1-129B-C244-968E-4C3E900A1B1F}" presName="DropPin" presStyleLbl="alignNode1" presStyleIdx="1" presStyleCnt="11"/>
      <dgm:spPr/>
    </dgm:pt>
    <dgm:pt modelId="{E7FFD79D-3D03-2A41-B4DA-0A6789D4D92F}" type="pres">
      <dgm:prSet presAssocID="{47928BF1-129B-C244-968E-4C3E900A1B1F}" presName="Ellipse" presStyleLbl="fgAcc1" presStyleIdx="1" presStyleCnt="11"/>
      <dgm:spPr/>
    </dgm:pt>
    <dgm:pt modelId="{86B73266-1F95-AE43-98C3-187B65425B78}" type="pres">
      <dgm:prSet presAssocID="{47928BF1-129B-C244-968E-4C3E900A1B1F}" presName="L2TextContainer" presStyleLbl="revTx" presStyleIdx="2" presStyleCnt="22">
        <dgm:presLayoutVars>
          <dgm:bulletEnabled val="1"/>
        </dgm:presLayoutVars>
      </dgm:prSet>
      <dgm:spPr/>
    </dgm:pt>
    <dgm:pt modelId="{12D762EA-0B40-644D-B774-13C5950430F6}" type="pres">
      <dgm:prSet presAssocID="{47928BF1-129B-C244-968E-4C3E900A1B1F}" presName="L1TextContainer" presStyleLbl="revTx" presStyleIdx="3" presStyleCnt="22">
        <dgm:presLayoutVars>
          <dgm:chMax val="1"/>
          <dgm:chPref val="1"/>
          <dgm:bulletEnabled val="1"/>
        </dgm:presLayoutVars>
      </dgm:prSet>
      <dgm:spPr/>
    </dgm:pt>
    <dgm:pt modelId="{A96D6C7E-B892-0B43-8A3F-50D097850979}" type="pres">
      <dgm:prSet presAssocID="{47928BF1-129B-C244-968E-4C3E900A1B1F}" presName="ConnectLine" presStyleLbl="dkBgShp" presStyleIdx="3" presStyleCnt="13"/>
      <dgm:spPr/>
    </dgm:pt>
    <dgm:pt modelId="{4162AFD8-9E22-7F41-A6FD-AAAC8774E856}" type="pres">
      <dgm:prSet presAssocID="{47928BF1-129B-C244-968E-4C3E900A1B1F}" presName="ConnectorPoint" presStyleCnt="0"/>
      <dgm:spPr/>
    </dgm:pt>
    <dgm:pt modelId="{3BBFF9FD-F404-5F4E-9A5B-BD22108673A4}" type="pres">
      <dgm:prSet presAssocID="{47928BF1-129B-C244-968E-4C3E900A1B1F}" presName="Bullet" presStyleLbl="lnNode1" presStyleIdx="1" presStyleCnt="11"/>
      <dgm:spPr/>
    </dgm:pt>
    <dgm:pt modelId="{A1377F22-927D-E847-B0FA-4759B665A770}" type="pres">
      <dgm:prSet presAssocID="{47928BF1-129B-C244-968E-4C3E900A1B1F}" presName="EmptyPlaceHolder" presStyleCnt="0"/>
      <dgm:spPr/>
    </dgm:pt>
    <dgm:pt modelId="{C683CED7-B55B-3B42-8282-9D4DA8AD1386}" type="pres">
      <dgm:prSet presAssocID="{3FA6C7FC-6721-8047-BF1C-FB1A7264C898}" presName="spaceBetweenRectangles" presStyleCnt="0"/>
      <dgm:spPr/>
    </dgm:pt>
    <dgm:pt modelId="{E591853D-85FF-704F-AD18-1B76ADEB198D}" type="pres">
      <dgm:prSet presAssocID="{B9E43237-ADED-AE46-A27D-7A810DE40424}" presName="composite" presStyleCnt="0"/>
      <dgm:spPr/>
    </dgm:pt>
    <dgm:pt modelId="{68562B49-0B61-E44E-937D-71BE6FD2BC3A}" type="pres">
      <dgm:prSet presAssocID="{B9E43237-ADED-AE46-A27D-7A810DE40424}" presName="DropPinPlaceHolder" presStyleCnt="0"/>
      <dgm:spPr/>
    </dgm:pt>
    <dgm:pt modelId="{B63B82D2-AFC9-A347-A2E1-6D8E468083AF}" type="pres">
      <dgm:prSet presAssocID="{B9E43237-ADED-AE46-A27D-7A810DE40424}" presName="DropPin" presStyleLbl="alignNode1" presStyleIdx="2" presStyleCnt="11"/>
      <dgm:spPr/>
    </dgm:pt>
    <dgm:pt modelId="{9A1C926C-6F86-2A41-95B1-EED92D1A21F6}" type="pres">
      <dgm:prSet presAssocID="{B9E43237-ADED-AE46-A27D-7A810DE40424}" presName="Ellipse" presStyleLbl="fgAcc1" presStyleIdx="2" presStyleCnt="11"/>
      <dgm:spPr/>
    </dgm:pt>
    <dgm:pt modelId="{67DC64EB-CB96-464F-AE4E-6CE6B20CA9E9}" type="pres">
      <dgm:prSet presAssocID="{B9E43237-ADED-AE46-A27D-7A810DE40424}" presName="L2TextContainer" presStyleLbl="revTx" presStyleIdx="4" presStyleCnt="22">
        <dgm:presLayoutVars>
          <dgm:bulletEnabled val="1"/>
        </dgm:presLayoutVars>
      </dgm:prSet>
      <dgm:spPr/>
    </dgm:pt>
    <dgm:pt modelId="{403664B5-BBDF-F944-BDB9-0000C6EF1D07}" type="pres">
      <dgm:prSet presAssocID="{B9E43237-ADED-AE46-A27D-7A810DE40424}" presName="L1TextContainer" presStyleLbl="revTx" presStyleIdx="5" presStyleCnt="22">
        <dgm:presLayoutVars>
          <dgm:chMax val="1"/>
          <dgm:chPref val="1"/>
          <dgm:bulletEnabled val="1"/>
        </dgm:presLayoutVars>
      </dgm:prSet>
      <dgm:spPr/>
    </dgm:pt>
    <dgm:pt modelId="{6F392A01-69D6-724B-8071-E2709D10C096}" type="pres">
      <dgm:prSet presAssocID="{B9E43237-ADED-AE46-A27D-7A810DE40424}" presName="ConnectLine" presStyleLbl="dkBgShp" presStyleIdx="4" presStyleCnt="13"/>
      <dgm:spPr/>
    </dgm:pt>
    <dgm:pt modelId="{938F9ED0-5AFE-3B49-9F12-03B21BDFA62E}" type="pres">
      <dgm:prSet presAssocID="{B9E43237-ADED-AE46-A27D-7A810DE40424}" presName="ConnectorPoint" presStyleCnt="0"/>
      <dgm:spPr/>
    </dgm:pt>
    <dgm:pt modelId="{8DE5C5ED-2632-A148-B3C0-97DAF934785E}" type="pres">
      <dgm:prSet presAssocID="{B9E43237-ADED-AE46-A27D-7A810DE40424}" presName="Bullet" presStyleLbl="lnNode1" presStyleIdx="2" presStyleCnt="11"/>
      <dgm:spPr/>
    </dgm:pt>
    <dgm:pt modelId="{68DF936A-818C-B348-A0AB-EF3384BECF04}" type="pres">
      <dgm:prSet presAssocID="{B9E43237-ADED-AE46-A27D-7A810DE40424}" presName="EmptyPlaceHolder" presStyleCnt="0"/>
      <dgm:spPr/>
    </dgm:pt>
    <dgm:pt modelId="{61261A5C-6168-8246-91B8-7C590552B642}" type="pres">
      <dgm:prSet presAssocID="{1B7E9B35-9173-4740-8557-A93BFA93FD70}" presName="spaceBetweenRectangles" presStyleCnt="0"/>
      <dgm:spPr/>
    </dgm:pt>
    <dgm:pt modelId="{5280FDA5-B9BC-F144-BDFF-26E56037BD59}" type="pres">
      <dgm:prSet presAssocID="{14402F81-A04A-5843-AA34-8BEAFE019CE8}" presName="composite" presStyleCnt="0"/>
      <dgm:spPr/>
    </dgm:pt>
    <dgm:pt modelId="{FC738F9A-AC03-624E-9264-CB2E02EF171A}" type="pres">
      <dgm:prSet presAssocID="{14402F81-A04A-5843-AA34-8BEAFE019CE8}" presName="DropPinPlaceHolder" presStyleCnt="0"/>
      <dgm:spPr/>
    </dgm:pt>
    <dgm:pt modelId="{96C9ADC6-EA1F-9545-90E3-16BB0E97497E}" type="pres">
      <dgm:prSet presAssocID="{14402F81-A04A-5843-AA34-8BEAFE019CE8}" presName="DropPin" presStyleLbl="alignNode1" presStyleIdx="3" presStyleCnt="11"/>
      <dgm:spPr/>
    </dgm:pt>
    <dgm:pt modelId="{1A3696DE-D1C7-1B4C-953C-67F6FC0040C7}" type="pres">
      <dgm:prSet presAssocID="{14402F81-A04A-5843-AA34-8BEAFE019CE8}" presName="Ellipse" presStyleLbl="fgAcc1" presStyleIdx="3" presStyleCnt="11"/>
      <dgm:spPr/>
    </dgm:pt>
    <dgm:pt modelId="{14FEB7A8-0B64-A446-BC5F-6EB7A5371234}" type="pres">
      <dgm:prSet presAssocID="{14402F81-A04A-5843-AA34-8BEAFE019CE8}" presName="L2TextContainer" presStyleLbl="revTx" presStyleIdx="6" presStyleCnt="22">
        <dgm:presLayoutVars>
          <dgm:bulletEnabled val="1"/>
        </dgm:presLayoutVars>
      </dgm:prSet>
      <dgm:spPr/>
    </dgm:pt>
    <dgm:pt modelId="{B34546EC-EE12-DA48-9CE8-B779C8A0C764}" type="pres">
      <dgm:prSet presAssocID="{14402F81-A04A-5843-AA34-8BEAFE019CE8}" presName="L1TextContainer" presStyleLbl="revTx" presStyleIdx="7" presStyleCnt="22">
        <dgm:presLayoutVars>
          <dgm:chMax val="1"/>
          <dgm:chPref val="1"/>
          <dgm:bulletEnabled val="1"/>
        </dgm:presLayoutVars>
      </dgm:prSet>
      <dgm:spPr/>
    </dgm:pt>
    <dgm:pt modelId="{EB5CE0BC-EF79-CE42-9E23-7368A4031478}" type="pres">
      <dgm:prSet presAssocID="{14402F81-A04A-5843-AA34-8BEAFE019CE8}" presName="ConnectLine" presStyleLbl="dkBgShp" presStyleIdx="5" presStyleCnt="13"/>
      <dgm:spPr/>
    </dgm:pt>
    <dgm:pt modelId="{9C49A401-AB26-4F46-95C8-FBEB3CF081BE}" type="pres">
      <dgm:prSet presAssocID="{14402F81-A04A-5843-AA34-8BEAFE019CE8}" presName="ConnectorPoint" presStyleCnt="0"/>
      <dgm:spPr/>
    </dgm:pt>
    <dgm:pt modelId="{0824093A-19C0-884B-B766-A0873086E3AA}" type="pres">
      <dgm:prSet presAssocID="{14402F81-A04A-5843-AA34-8BEAFE019CE8}" presName="Bullet" presStyleLbl="lnNode1" presStyleIdx="3" presStyleCnt="11"/>
      <dgm:spPr/>
    </dgm:pt>
    <dgm:pt modelId="{EA9DC425-694F-4A4F-A777-6FAE15585208}" type="pres">
      <dgm:prSet presAssocID="{14402F81-A04A-5843-AA34-8BEAFE019CE8}" presName="EmptyPlaceHolder" presStyleCnt="0"/>
      <dgm:spPr/>
    </dgm:pt>
    <dgm:pt modelId="{C1AF70A6-7744-3B44-8BF7-0533C20962B7}" type="pres">
      <dgm:prSet presAssocID="{3A50DA23-A09F-114D-9C2A-0B153F8D4FFE}" presName="spaceBetweenRectangles" presStyleCnt="0"/>
      <dgm:spPr/>
    </dgm:pt>
    <dgm:pt modelId="{E52F2200-6E12-E644-A445-603603CF2F42}" type="pres">
      <dgm:prSet presAssocID="{58748265-61D6-3746-AB70-A731C0148EB9}" presName="composite" presStyleCnt="0"/>
      <dgm:spPr/>
    </dgm:pt>
    <dgm:pt modelId="{9B43FEB7-0116-0340-9142-555EE203AA93}" type="pres">
      <dgm:prSet presAssocID="{58748265-61D6-3746-AB70-A731C0148EB9}" presName="DropPinPlaceHolder" presStyleCnt="0"/>
      <dgm:spPr/>
    </dgm:pt>
    <dgm:pt modelId="{19170F6E-80E6-E641-9394-AE474EE489FA}" type="pres">
      <dgm:prSet presAssocID="{58748265-61D6-3746-AB70-A731C0148EB9}" presName="DropPin" presStyleLbl="alignNode1" presStyleIdx="4" presStyleCnt="11"/>
      <dgm:spPr/>
    </dgm:pt>
    <dgm:pt modelId="{D9A5C828-479E-4744-AB48-E6D7415357CA}" type="pres">
      <dgm:prSet presAssocID="{58748265-61D6-3746-AB70-A731C0148EB9}" presName="Ellipse" presStyleLbl="fgAcc1" presStyleIdx="4" presStyleCnt="11"/>
      <dgm:spPr/>
    </dgm:pt>
    <dgm:pt modelId="{EA3658AC-C671-EE40-8C3E-0F8AF9619C82}" type="pres">
      <dgm:prSet presAssocID="{58748265-61D6-3746-AB70-A731C0148EB9}" presName="L2TextContainer" presStyleLbl="revTx" presStyleIdx="8" presStyleCnt="22">
        <dgm:presLayoutVars>
          <dgm:bulletEnabled val="1"/>
        </dgm:presLayoutVars>
      </dgm:prSet>
      <dgm:spPr/>
    </dgm:pt>
    <dgm:pt modelId="{EF677A7A-6E0C-A046-B283-FEBBF7059B27}" type="pres">
      <dgm:prSet presAssocID="{58748265-61D6-3746-AB70-A731C0148EB9}" presName="L1TextContainer" presStyleLbl="revTx" presStyleIdx="9" presStyleCnt="22">
        <dgm:presLayoutVars>
          <dgm:chMax val="1"/>
          <dgm:chPref val="1"/>
          <dgm:bulletEnabled val="1"/>
        </dgm:presLayoutVars>
      </dgm:prSet>
      <dgm:spPr/>
    </dgm:pt>
    <dgm:pt modelId="{4F098C90-E79A-D149-865E-50209C4CA8F4}" type="pres">
      <dgm:prSet presAssocID="{58748265-61D6-3746-AB70-A731C0148EB9}" presName="ConnectLine" presStyleLbl="dkBgShp" presStyleIdx="6" presStyleCnt="13"/>
      <dgm:spPr/>
    </dgm:pt>
    <dgm:pt modelId="{06CE0D63-5937-7D48-98D9-3F66E635E920}" type="pres">
      <dgm:prSet presAssocID="{58748265-61D6-3746-AB70-A731C0148EB9}" presName="ConnectorPoint" presStyleCnt="0"/>
      <dgm:spPr/>
    </dgm:pt>
    <dgm:pt modelId="{7B27B205-8D8C-EC43-82CE-EA5522407765}" type="pres">
      <dgm:prSet presAssocID="{58748265-61D6-3746-AB70-A731C0148EB9}" presName="Bullet" presStyleLbl="lnNode1" presStyleIdx="4" presStyleCnt="11"/>
      <dgm:spPr/>
    </dgm:pt>
    <dgm:pt modelId="{F6F779F9-99BE-B845-A0A1-8E25506C05DE}" type="pres">
      <dgm:prSet presAssocID="{58748265-61D6-3746-AB70-A731C0148EB9}" presName="EmptyPlaceHolder" presStyleCnt="0"/>
      <dgm:spPr/>
    </dgm:pt>
    <dgm:pt modelId="{8C43683C-684D-D94E-97C7-0EF981E91AC9}" type="pres">
      <dgm:prSet presAssocID="{01767970-91C4-8F44-9727-398A2D5EC414}" presName="spaceBetweenRectangles" presStyleCnt="0"/>
      <dgm:spPr/>
    </dgm:pt>
    <dgm:pt modelId="{5A6F29E5-CE06-BF44-8329-9E0F77361114}" type="pres">
      <dgm:prSet presAssocID="{6AC45776-4052-1F4D-B0D6-36BEDD67832E}" presName="composite" presStyleCnt="0"/>
      <dgm:spPr/>
    </dgm:pt>
    <dgm:pt modelId="{B030E3B3-46BD-124A-9FC7-60AE748D405F}" type="pres">
      <dgm:prSet presAssocID="{6AC45776-4052-1F4D-B0D6-36BEDD67832E}" presName="DropPinPlaceHolder" presStyleCnt="0"/>
      <dgm:spPr/>
    </dgm:pt>
    <dgm:pt modelId="{745BBCBF-F18A-E440-B572-001B6A6DBC21}" type="pres">
      <dgm:prSet presAssocID="{6AC45776-4052-1F4D-B0D6-36BEDD67832E}" presName="DropPin" presStyleLbl="alignNode1" presStyleIdx="5" presStyleCnt="11"/>
      <dgm:spPr/>
    </dgm:pt>
    <dgm:pt modelId="{1AB1B003-5F5F-E24D-8152-DF5E504593E0}" type="pres">
      <dgm:prSet presAssocID="{6AC45776-4052-1F4D-B0D6-36BEDD67832E}" presName="Ellipse" presStyleLbl="fgAcc1" presStyleIdx="5" presStyleCnt="11"/>
      <dgm:spPr/>
    </dgm:pt>
    <dgm:pt modelId="{FDD34E1D-0774-7346-9BDE-D5255AEE7187}" type="pres">
      <dgm:prSet presAssocID="{6AC45776-4052-1F4D-B0D6-36BEDD67832E}" presName="L2TextContainer" presStyleLbl="revTx" presStyleIdx="10" presStyleCnt="22">
        <dgm:presLayoutVars>
          <dgm:bulletEnabled val="1"/>
        </dgm:presLayoutVars>
      </dgm:prSet>
      <dgm:spPr/>
    </dgm:pt>
    <dgm:pt modelId="{0F5D4710-B030-3A45-AC9E-919BEC4D67BC}" type="pres">
      <dgm:prSet presAssocID="{6AC45776-4052-1F4D-B0D6-36BEDD67832E}" presName="L1TextContainer" presStyleLbl="revTx" presStyleIdx="11" presStyleCnt="22">
        <dgm:presLayoutVars>
          <dgm:chMax val="1"/>
          <dgm:chPref val="1"/>
          <dgm:bulletEnabled val="1"/>
        </dgm:presLayoutVars>
      </dgm:prSet>
      <dgm:spPr/>
    </dgm:pt>
    <dgm:pt modelId="{258472B1-FC71-9648-8C05-C7406CA8BEBE}" type="pres">
      <dgm:prSet presAssocID="{6AC45776-4052-1F4D-B0D6-36BEDD67832E}" presName="ConnectLine" presStyleLbl="dkBgShp" presStyleIdx="7" presStyleCnt="13"/>
      <dgm:spPr/>
    </dgm:pt>
    <dgm:pt modelId="{A97C4D83-0510-E842-9FDC-FBBEC1586721}" type="pres">
      <dgm:prSet presAssocID="{6AC45776-4052-1F4D-B0D6-36BEDD67832E}" presName="ConnectorPoint" presStyleCnt="0"/>
      <dgm:spPr/>
    </dgm:pt>
    <dgm:pt modelId="{33BDDD36-E32C-6141-9CEB-1CAEC18992B8}" type="pres">
      <dgm:prSet presAssocID="{6AC45776-4052-1F4D-B0D6-36BEDD67832E}" presName="Bullet" presStyleLbl="lnNode1" presStyleIdx="5" presStyleCnt="11"/>
      <dgm:spPr/>
    </dgm:pt>
    <dgm:pt modelId="{08B4BE1E-80F4-8E48-AC41-3C7CF0F3E29F}" type="pres">
      <dgm:prSet presAssocID="{6AC45776-4052-1F4D-B0D6-36BEDD67832E}" presName="EmptyPlaceHolder" presStyleCnt="0"/>
      <dgm:spPr/>
    </dgm:pt>
    <dgm:pt modelId="{9419DC0C-09C7-5D42-8A40-28032A281127}" type="pres">
      <dgm:prSet presAssocID="{FAD9F155-2541-0C44-80E2-F0FA85299ADF}" presName="spaceBetweenRectangles" presStyleCnt="0"/>
      <dgm:spPr/>
    </dgm:pt>
    <dgm:pt modelId="{CFD0E411-0DAC-9E46-9EA1-F3497041B3A2}" type="pres">
      <dgm:prSet presAssocID="{239CF96E-AE69-F747-AFC2-5109E782C5C2}" presName="composite" presStyleCnt="0"/>
      <dgm:spPr/>
    </dgm:pt>
    <dgm:pt modelId="{9964F390-79B5-0343-A6DB-B353031420EF}" type="pres">
      <dgm:prSet presAssocID="{239CF96E-AE69-F747-AFC2-5109E782C5C2}" presName="DropPinPlaceHolder" presStyleCnt="0"/>
      <dgm:spPr/>
    </dgm:pt>
    <dgm:pt modelId="{7C8470DC-5D6B-4743-8BFF-A3544C264856}" type="pres">
      <dgm:prSet presAssocID="{239CF96E-AE69-F747-AFC2-5109E782C5C2}" presName="DropPin" presStyleLbl="alignNode1" presStyleIdx="6" presStyleCnt="11"/>
      <dgm:spPr/>
    </dgm:pt>
    <dgm:pt modelId="{064E228B-AD97-8A4F-AB3B-8D5D4087E6A7}" type="pres">
      <dgm:prSet presAssocID="{239CF96E-AE69-F747-AFC2-5109E782C5C2}" presName="Ellipse" presStyleLbl="fgAcc1" presStyleIdx="6" presStyleCnt="11"/>
      <dgm:spPr/>
    </dgm:pt>
    <dgm:pt modelId="{635C01D5-59E5-EC4B-8EE6-80C0855F99F8}" type="pres">
      <dgm:prSet presAssocID="{239CF96E-AE69-F747-AFC2-5109E782C5C2}" presName="L2TextContainer" presStyleLbl="revTx" presStyleIdx="12" presStyleCnt="22">
        <dgm:presLayoutVars>
          <dgm:bulletEnabled val="1"/>
        </dgm:presLayoutVars>
      </dgm:prSet>
      <dgm:spPr/>
    </dgm:pt>
    <dgm:pt modelId="{73B04E22-252F-1048-A158-673E2AA5B339}" type="pres">
      <dgm:prSet presAssocID="{239CF96E-AE69-F747-AFC2-5109E782C5C2}" presName="L1TextContainer" presStyleLbl="revTx" presStyleIdx="13" presStyleCnt="22">
        <dgm:presLayoutVars>
          <dgm:chMax val="1"/>
          <dgm:chPref val="1"/>
          <dgm:bulletEnabled val="1"/>
        </dgm:presLayoutVars>
      </dgm:prSet>
      <dgm:spPr/>
    </dgm:pt>
    <dgm:pt modelId="{7E8CD243-175C-0E44-8AA3-CB46CEAF7E8D}" type="pres">
      <dgm:prSet presAssocID="{239CF96E-AE69-F747-AFC2-5109E782C5C2}" presName="ConnectLine" presStyleLbl="dkBgShp" presStyleIdx="8" presStyleCnt="13"/>
      <dgm:spPr/>
    </dgm:pt>
    <dgm:pt modelId="{E0EE5201-EC5F-FA48-A6F8-3F927A3BBC61}" type="pres">
      <dgm:prSet presAssocID="{239CF96E-AE69-F747-AFC2-5109E782C5C2}" presName="ConnectorPoint" presStyleCnt="0"/>
      <dgm:spPr/>
    </dgm:pt>
    <dgm:pt modelId="{D0579A60-204A-F741-983C-1CBEA19DDDB3}" type="pres">
      <dgm:prSet presAssocID="{239CF96E-AE69-F747-AFC2-5109E782C5C2}" presName="Bullet" presStyleLbl="lnNode1" presStyleIdx="6" presStyleCnt="11"/>
      <dgm:spPr/>
    </dgm:pt>
    <dgm:pt modelId="{163705EB-9E2A-CC4E-997A-C80F0AD15691}" type="pres">
      <dgm:prSet presAssocID="{239CF96E-AE69-F747-AFC2-5109E782C5C2}" presName="EmptyPlaceHolder" presStyleCnt="0"/>
      <dgm:spPr/>
    </dgm:pt>
    <dgm:pt modelId="{31A6FBFB-F991-0D40-AFE7-28040449E315}" type="pres">
      <dgm:prSet presAssocID="{E2B81642-6B6C-7740-BB0D-CF2E7E81D622}" presName="spaceBetweenRectangles" presStyleCnt="0"/>
      <dgm:spPr/>
    </dgm:pt>
    <dgm:pt modelId="{38045999-8723-5E40-8FEB-02FCE7CC68DD}" type="pres">
      <dgm:prSet presAssocID="{CA3E3C16-F0C5-2D47-B133-00E87B7BA0B8}" presName="composite" presStyleCnt="0"/>
      <dgm:spPr/>
    </dgm:pt>
    <dgm:pt modelId="{F3EB4C1F-3C87-C442-BBD9-549932D364C8}" type="pres">
      <dgm:prSet presAssocID="{CA3E3C16-F0C5-2D47-B133-00E87B7BA0B8}" presName="DropPinPlaceHolder" presStyleCnt="0"/>
      <dgm:spPr/>
    </dgm:pt>
    <dgm:pt modelId="{86E6B699-4853-C742-8521-5F49640ACC06}" type="pres">
      <dgm:prSet presAssocID="{CA3E3C16-F0C5-2D47-B133-00E87B7BA0B8}" presName="DropPin" presStyleLbl="alignNode1" presStyleIdx="7" presStyleCnt="11"/>
      <dgm:spPr/>
    </dgm:pt>
    <dgm:pt modelId="{B46B96EC-06BF-4045-9472-30C7CA900F69}" type="pres">
      <dgm:prSet presAssocID="{CA3E3C16-F0C5-2D47-B133-00E87B7BA0B8}" presName="Ellipse" presStyleLbl="fgAcc1" presStyleIdx="7" presStyleCnt="11"/>
      <dgm:spPr/>
    </dgm:pt>
    <dgm:pt modelId="{0C63D2D9-0105-564D-B44F-8D0F35394CB4}" type="pres">
      <dgm:prSet presAssocID="{CA3E3C16-F0C5-2D47-B133-00E87B7BA0B8}" presName="L2TextContainer" presStyleLbl="revTx" presStyleIdx="14" presStyleCnt="22">
        <dgm:presLayoutVars>
          <dgm:bulletEnabled val="1"/>
        </dgm:presLayoutVars>
      </dgm:prSet>
      <dgm:spPr/>
    </dgm:pt>
    <dgm:pt modelId="{22E7AE6D-056F-CF4B-BA39-991871A45A30}" type="pres">
      <dgm:prSet presAssocID="{CA3E3C16-F0C5-2D47-B133-00E87B7BA0B8}" presName="L1TextContainer" presStyleLbl="revTx" presStyleIdx="15" presStyleCnt="22">
        <dgm:presLayoutVars>
          <dgm:chMax val="1"/>
          <dgm:chPref val="1"/>
          <dgm:bulletEnabled val="1"/>
        </dgm:presLayoutVars>
      </dgm:prSet>
      <dgm:spPr/>
    </dgm:pt>
    <dgm:pt modelId="{A12384FA-569F-7E41-A534-4A501AD3CA6E}" type="pres">
      <dgm:prSet presAssocID="{CA3E3C16-F0C5-2D47-B133-00E87B7BA0B8}" presName="ConnectLine" presStyleLbl="dkBgShp" presStyleIdx="9" presStyleCnt="13"/>
      <dgm:spPr/>
    </dgm:pt>
    <dgm:pt modelId="{839432FF-0F90-4C44-8E90-CA2DDA9AA0F0}" type="pres">
      <dgm:prSet presAssocID="{CA3E3C16-F0C5-2D47-B133-00E87B7BA0B8}" presName="ConnectorPoint" presStyleCnt="0"/>
      <dgm:spPr/>
    </dgm:pt>
    <dgm:pt modelId="{64C48170-8E6E-6448-BF5C-DA0BE6075DE5}" type="pres">
      <dgm:prSet presAssocID="{CA3E3C16-F0C5-2D47-B133-00E87B7BA0B8}" presName="Bullet" presStyleLbl="lnNode1" presStyleIdx="7" presStyleCnt="11"/>
      <dgm:spPr/>
    </dgm:pt>
    <dgm:pt modelId="{ABA3C357-2C3C-A144-AEAF-3425CD5196C6}" type="pres">
      <dgm:prSet presAssocID="{CA3E3C16-F0C5-2D47-B133-00E87B7BA0B8}" presName="EmptyPlaceHolder" presStyleCnt="0"/>
      <dgm:spPr/>
    </dgm:pt>
    <dgm:pt modelId="{3D92B1E6-5675-D04A-9D4F-1A89CD962E96}" type="pres">
      <dgm:prSet presAssocID="{AF697319-2A43-0344-9CB1-311A6885E0AD}" presName="spaceBetweenRectangles" presStyleCnt="0"/>
      <dgm:spPr/>
    </dgm:pt>
    <dgm:pt modelId="{61C728E2-57C6-7B4B-8C96-6632915BCB74}" type="pres">
      <dgm:prSet presAssocID="{C10DF9A8-0D05-124B-B3B9-CE26C97193F0}" presName="composite" presStyleCnt="0"/>
      <dgm:spPr/>
    </dgm:pt>
    <dgm:pt modelId="{434EBA11-AB1C-3F46-8053-96130C5E83C9}" type="pres">
      <dgm:prSet presAssocID="{C10DF9A8-0D05-124B-B3B9-CE26C97193F0}" presName="DropPinPlaceHolder" presStyleCnt="0"/>
      <dgm:spPr/>
    </dgm:pt>
    <dgm:pt modelId="{D844825E-4DBA-E543-A453-2B5BE415D524}" type="pres">
      <dgm:prSet presAssocID="{C10DF9A8-0D05-124B-B3B9-CE26C97193F0}" presName="DropPin" presStyleLbl="alignNode1" presStyleIdx="8" presStyleCnt="11"/>
      <dgm:spPr/>
    </dgm:pt>
    <dgm:pt modelId="{7D75FA5E-DCD9-8C49-A0A3-136FDCA25089}" type="pres">
      <dgm:prSet presAssocID="{C10DF9A8-0D05-124B-B3B9-CE26C97193F0}" presName="Ellipse" presStyleLbl="fgAcc1" presStyleIdx="8" presStyleCnt="11"/>
      <dgm:spPr/>
    </dgm:pt>
    <dgm:pt modelId="{41D1728A-3AAA-2941-8DD1-044C3F7B1982}" type="pres">
      <dgm:prSet presAssocID="{C10DF9A8-0D05-124B-B3B9-CE26C97193F0}" presName="L2TextContainer" presStyleLbl="revTx" presStyleIdx="16" presStyleCnt="22">
        <dgm:presLayoutVars>
          <dgm:bulletEnabled val="1"/>
        </dgm:presLayoutVars>
      </dgm:prSet>
      <dgm:spPr/>
    </dgm:pt>
    <dgm:pt modelId="{82D06FD0-4296-0240-B458-B2C50A6C540B}" type="pres">
      <dgm:prSet presAssocID="{C10DF9A8-0D05-124B-B3B9-CE26C97193F0}" presName="L1TextContainer" presStyleLbl="revTx" presStyleIdx="17" presStyleCnt="22">
        <dgm:presLayoutVars>
          <dgm:chMax val="1"/>
          <dgm:chPref val="1"/>
          <dgm:bulletEnabled val="1"/>
        </dgm:presLayoutVars>
      </dgm:prSet>
      <dgm:spPr/>
    </dgm:pt>
    <dgm:pt modelId="{FC3A667C-3374-EE4C-A32F-09558F8EAAEA}" type="pres">
      <dgm:prSet presAssocID="{C10DF9A8-0D05-124B-B3B9-CE26C97193F0}" presName="ConnectLine" presStyleLbl="dkBgShp" presStyleIdx="10" presStyleCnt="13"/>
      <dgm:spPr/>
    </dgm:pt>
    <dgm:pt modelId="{39BD5DAC-C0C8-BA4A-8A12-CA36FD7C5811}" type="pres">
      <dgm:prSet presAssocID="{C10DF9A8-0D05-124B-B3B9-CE26C97193F0}" presName="ConnectorPoint" presStyleCnt="0"/>
      <dgm:spPr/>
    </dgm:pt>
    <dgm:pt modelId="{2512455D-4E2A-9242-B8B5-324F7A87F1A3}" type="pres">
      <dgm:prSet presAssocID="{C10DF9A8-0D05-124B-B3B9-CE26C97193F0}" presName="Bullet" presStyleLbl="lnNode1" presStyleIdx="8" presStyleCnt="11"/>
      <dgm:spPr/>
    </dgm:pt>
    <dgm:pt modelId="{5780D668-2130-D443-BEB5-86170C802309}" type="pres">
      <dgm:prSet presAssocID="{C10DF9A8-0D05-124B-B3B9-CE26C97193F0}" presName="EmptyPlaceHolder" presStyleCnt="0"/>
      <dgm:spPr/>
    </dgm:pt>
    <dgm:pt modelId="{17B12F8E-4D84-8E44-9AA3-DED9831E6557}" type="pres">
      <dgm:prSet presAssocID="{315785A8-5706-B944-8D23-0711C2D3CC56}" presName="spaceBetweenRectangles" presStyleCnt="0"/>
      <dgm:spPr/>
    </dgm:pt>
    <dgm:pt modelId="{961C0FA2-2161-2E4B-9C62-AFB728A59EFE}" type="pres">
      <dgm:prSet presAssocID="{776CC224-3D4A-E44D-81A9-F4C7F1F6FB5C}" presName="composite" presStyleCnt="0"/>
      <dgm:spPr/>
    </dgm:pt>
    <dgm:pt modelId="{C35803E9-A7B5-FB42-B324-2DC8FA45445F}" type="pres">
      <dgm:prSet presAssocID="{776CC224-3D4A-E44D-81A9-F4C7F1F6FB5C}" presName="DropPinPlaceHolder" presStyleCnt="0"/>
      <dgm:spPr/>
    </dgm:pt>
    <dgm:pt modelId="{D0D861B9-12EF-B243-90B4-AD05E55A65D0}" type="pres">
      <dgm:prSet presAssocID="{776CC224-3D4A-E44D-81A9-F4C7F1F6FB5C}" presName="DropPin" presStyleLbl="alignNode1" presStyleIdx="9" presStyleCnt="11"/>
      <dgm:spPr/>
    </dgm:pt>
    <dgm:pt modelId="{FCCC3D24-C672-C447-A57C-9389DA9D76AE}" type="pres">
      <dgm:prSet presAssocID="{776CC224-3D4A-E44D-81A9-F4C7F1F6FB5C}" presName="Ellipse" presStyleLbl="fgAcc1" presStyleIdx="9" presStyleCnt="11"/>
      <dgm:spPr/>
    </dgm:pt>
    <dgm:pt modelId="{98A5CFE7-DB25-1C45-8B8E-1D9CD6DBC213}" type="pres">
      <dgm:prSet presAssocID="{776CC224-3D4A-E44D-81A9-F4C7F1F6FB5C}" presName="L2TextContainer" presStyleLbl="revTx" presStyleIdx="18" presStyleCnt="22">
        <dgm:presLayoutVars>
          <dgm:bulletEnabled val="1"/>
        </dgm:presLayoutVars>
      </dgm:prSet>
      <dgm:spPr/>
    </dgm:pt>
    <dgm:pt modelId="{96A0CA76-0549-A54C-B5A2-6E0A09A8293A}" type="pres">
      <dgm:prSet presAssocID="{776CC224-3D4A-E44D-81A9-F4C7F1F6FB5C}" presName="L1TextContainer" presStyleLbl="revTx" presStyleIdx="19" presStyleCnt="22">
        <dgm:presLayoutVars>
          <dgm:chMax val="1"/>
          <dgm:chPref val="1"/>
          <dgm:bulletEnabled val="1"/>
        </dgm:presLayoutVars>
      </dgm:prSet>
      <dgm:spPr/>
    </dgm:pt>
    <dgm:pt modelId="{2F6F17F9-03E6-8C46-89C3-9CD787F8B8DE}" type="pres">
      <dgm:prSet presAssocID="{776CC224-3D4A-E44D-81A9-F4C7F1F6FB5C}" presName="ConnectLine" presStyleLbl="dkBgShp" presStyleIdx="11" presStyleCnt="13"/>
      <dgm:spPr/>
    </dgm:pt>
    <dgm:pt modelId="{64A8D3EA-2E97-204B-8DE6-28B35CBC02B3}" type="pres">
      <dgm:prSet presAssocID="{776CC224-3D4A-E44D-81A9-F4C7F1F6FB5C}" presName="ConnectorPoint" presStyleCnt="0"/>
      <dgm:spPr/>
    </dgm:pt>
    <dgm:pt modelId="{A6FF9F73-DEAF-0E45-9B14-84389505CEB8}" type="pres">
      <dgm:prSet presAssocID="{776CC224-3D4A-E44D-81A9-F4C7F1F6FB5C}" presName="Bullet" presStyleLbl="lnNode1" presStyleIdx="9" presStyleCnt="11"/>
      <dgm:spPr/>
    </dgm:pt>
    <dgm:pt modelId="{BB5D4F05-562E-C346-98A0-3E3AA91A5791}" type="pres">
      <dgm:prSet presAssocID="{776CC224-3D4A-E44D-81A9-F4C7F1F6FB5C}" presName="EmptyPlaceHolder" presStyleCnt="0"/>
      <dgm:spPr/>
    </dgm:pt>
    <dgm:pt modelId="{3444D490-E5C2-2741-AD14-9BA8781E5706}" type="pres">
      <dgm:prSet presAssocID="{1F05636B-FA80-7348-90DE-04294148D875}" presName="spaceBetweenRectangles" presStyleCnt="0"/>
      <dgm:spPr/>
    </dgm:pt>
    <dgm:pt modelId="{42F6AF91-CF80-2442-96DA-7241925E60FF}" type="pres">
      <dgm:prSet presAssocID="{F4C5EF9F-9552-E244-BDFC-09E1EB0C01E6}" presName="composite" presStyleCnt="0"/>
      <dgm:spPr/>
    </dgm:pt>
    <dgm:pt modelId="{3F0F2C79-F608-F54A-8A71-BFE5DBC3E02D}" type="pres">
      <dgm:prSet presAssocID="{F4C5EF9F-9552-E244-BDFC-09E1EB0C01E6}" presName="DropPinPlaceHolder" presStyleCnt="0"/>
      <dgm:spPr/>
    </dgm:pt>
    <dgm:pt modelId="{FF5E69C8-F217-0A49-B591-AACE3C75D7DA}" type="pres">
      <dgm:prSet presAssocID="{F4C5EF9F-9552-E244-BDFC-09E1EB0C01E6}" presName="DropPin" presStyleLbl="alignNode1" presStyleIdx="10" presStyleCnt="11"/>
      <dgm:spPr/>
    </dgm:pt>
    <dgm:pt modelId="{B17D2F2C-747C-644F-91E4-8D21BA4FCC07}" type="pres">
      <dgm:prSet presAssocID="{F4C5EF9F-9552-E244-BDFC-09E1EB0C01E6}" presName="Ellipse" presStyleLbl="fgAcc1" presStyleIdx="10" presStyleCnt="11"/>
      <dgm:spPr/>
    </dgm:pt>
    <dgm:pt modelId="{F9709BA6-2A3A-A446-B124-A2437A81FADC}" type="pres">
      <dgm:prSet presAssocID="{F4C5EF9F-9552-E244-BDFC-09E1EB0C01E6}" presName="L2TextContainer" presStyleLbl="revTx" presStyleIdx="20" presStyleCnt="22">
        <dgm:presLayoutVars>
          <dgm:bulletEnabled val="1"/>
        </dgm:presLayoutVars>
      </dgm:prSet>
      <dgm:spPr/>
    </dgm:pt>
    <dgm:pt modelId="{E787DB89-AF02-0A49-A4D4-F47699CE1AFB}" type="pres">
      <dgm:prSet presAssocID="{F4C5EF9F-9552-E244-BDFC-09E1EB0C01E6}" presName="L1TextContainer" presStyleLbl="revTx" presStyleIdx="21" presStyleCnt="22">
        <dgm:presLayoutVars>
          <dgm:chMax val="1"/>
          <dgm:chPref val="1"/>
          <dgm:bulletEnabled val="1"/>
        </dgm:presLayoutVars>
      </dgm:prSet>
      <dgm:spPr/>
    </dgm:pt>
    <dgm:pt modelId="{79E82CC7-650A-4C4B-82A8-AC575315D4D3}" type="pres">
      <dgm:prSet presAssocID="{F4C5EF9F-9552-E244-BDFC-09E1EB0C01E6}" presName="ConnectLine" presStyleLbl="dkBgShp" presStyleIdx="12" presStyleCnt="13"/>
      <dgm:spPr/>
    </dgm:pt>
    <dgm:pt modelId="{421E909B-178D-7A49-BF93-94AC2EBB3F4C}" type="pres">
      <dgm:prSet presAssocID="{F4C5EF9F-9552-E244-BDFC-09E1EB0C01E6}" presName="ConnectorPoint" presStyleCnt="0"/>
      <dgm:spPr/>
    </dgm:pt>
    <dgm:pt modelId="{3B4D0149-6431-254D-9736-E71F65250A3C}" type="pres">
      <dgm:prSet presAssocID="{F4C5EF9F-9552-E244-BDFC-09E1EB0C01E6}" presName="Bullet" presStyleLbl="lnNode1" presStyleIdx="10" presStyleCnt="11"/>
      <dgm:spPr/>
    </dgm:pt>
    <dgm:pt modelId="{21BB2AA8-7B46-264F-ABAA-9F8B1DA42C04}" type="pres">
      <dgm:prSet presAssocID="{F4C5EF9F-9552-E244-BDFC-09E1EB0C01E6}" presName="EmptyPlaceHolder" presStyleCnt="0"/>
      <dgm:spPr/>
    </dgm:pt>
  </dgm:ptLst>
  <dgm:cxnLst>
    <dgm:cxn modelId="{DE0A4006-ECE4-F749-8411-7151B90BA3F3}" type="presOf" srcId="{CE7DE001-BE39-924B-92CC-6BCF9B9C08B2}" destId="{82FFEA13-2A84-5F4A-ABEE-CCB2C4FA71ED}" srcOrd="0" destOrd="0" presId="urn:microsoft.com/office/officeart/2024/layout/BulletTimelineInverted"/>
    <dgm:cxn modelId="{46AB200C-3978-5B41-AF3D-B84D51CF2C95}" type="presOf" srcId="{055F0C16-802E-CF4C-B0E0-41C25916214F}" destId="{EA3658AC-C671-EE40-8C3E-0F8AF9619C82}" srcOrd="0" destOrd="0" presId="urn:microsoft.com/office/officeart/2024/layout/BulletTimelineInverted"/>
    <dgm:cxn modelId="{EAB98212-9C3C-A542-90E3-0710875030F5}" type="presOf" srcId="{0C852373-B3A9-AA48-87D3-54D3D076453D}" destId="{67DC64EB-CB96-464F-AE4E-6CE6B20CA9E9}" srcOrd="0" destOrd="0" presId="urn:microsoft.com/office/officeart/2024/layout/BulletTimelineInverted"/>
    <dgm:cxn modelId="{F210E413-89F2-CF47-8F36-E972432B5FD4}" type="presOf" srcId="{D4734F69-CBC9-954A-86AE-DCCD559AB093}" destId="{FDD34E1D-0774-7346-9BDE-D5255AEE7187}" srcOrd="0" destOrd="0" presId="urn:microsoft.com/office/officeart/2024/layout/BulletTimelineInverted"/>
    <dgm:cxn modelId="{526B791C-A752-E74B-866C-13BE615B83FC}" srcId="{776CC224-3D4A-E44D-81A9-F4C7F1F6FB5C}" destId="{852BCE8E-DBFC-6C4A-8AC2-F087113F4161}" srcOrd="0" destOrd="0" parTransId="{371ECC1E-9F49-FC4B-9A0B-69C9EECA531B}" sibTransId="{9466BD1F-0667-E14F-AC79-72E7D97BCDD3}"/>
    <dgm:cxn modelId="{B197C320-115D-0A49-972D-79C9FF089F22}" type="presOf" srcId="{239CF96E-AE69-F747-AFC2-5109E782C5C2}" destId="{73B04E22-252F-1048-A158-673E2AA5B339}" srcOrd="0" destOrd="0" presId="urn:microsoft.com/office/officeart/2024/layout/BulletTimelineInverted"/>
    <dgm:cxn modelId="{2BE8E621-93CD-734F-9BA4-60C5FF28CB88}" srcId="{687F5FA0-1A6A-814E-96C1-D0DC2391659C}" destId="{47928BF1-129B-C244-968E-4C3E900A1B1F}" srcOrd="1" destOrd="0" parTransId="{0B5451CE-0C31-7C46-9183-1AF19DACB556}" sibTransId="{3FA6C7FC-6721-8047-BF1C-FB1A7264C898}"/>
    <dgm:cxn modelId="{8EAC3324-7A9F-7D46-94EE-650DC32FC586}" srcId="{14402F81-A04A-5843-AA34-8BEAFE019CE8}" destId="{C12A9446-1752-3344-8F82-FDAA5763912C}" srcOrd="0" destOrd="0" parTransId="{47B3BD57-9DF7-0C47-8E2F-7C55BF8B49AB}" sibTransId="{BDFE24CA-3BBB-2148-BB3C-D345F5A4348E}"/>
    <dgm:cxn modelId="{231F3C41-9A94-AB4E-904B-7DD76EC2A594}" type="presOf" srcId="{B738041A-5019-D94E-9178-891BF57B10DC}" destId="{0C63D2D9-0105-564D-B44F-8D0F35394CB4}" srcOrd="0" destOrd="0" presId="urn:microsoft.com/office/officeart/2024/layout/BulletTimelineInverted"/>
    <dgm:cxn modelId="{CCBCC44C-FDA7-CD45-B404-F68435BABCBE}" type="presOf" srcId="{58748265-61D6-3746-AB70-A731C0148EB9}" destId="{EF677A7A-6E0C-A046-B283-FEBBF7059B27}" srcOrd="0" destOrd="0" presId="urn:microsoft.com/office/officeart/2024/layout/BulletTimelineInverted"/>
    <dgm:cxn modelId="{FD48A652-EB66-5142-B574-2C51BE48E3A5}" type="presOf" srcId="{3E8DED2A-A5BE-794B-B155-D1F766E40262}" destId="{E440198E-D263-6A49-AE40-5C7549161976}" srcOrd="0" destOrd="0" presId="urn:microsoft.com/office/officeart/2024/layout/BulletTimelineInverted"/>
    <dgm:cxn modelId="{91BFE458-8246-2A43-9BCF-F005261AE19A}" srcId="{58748265-61D6-3746-AB70-A731C0148EB9}" destId="{055F0C16-802E-CF4C-B0E0-41C25916214F}" srcOrd="0" destOrd="0" parTransId="{A7B7A2CD-8548-B54E-B5DC-2A9608515DA8}" sibTransId="{226E204B-B352-CC42-85E9-7947C6CC79B0}"/>
    <dgm:cxn modelId="{2713B25A-8D45-554A-B8D7-4D069E01DD29}" type="presOf" srcId="{C10DF9A8-0D05-124B-B3B9-CE26C97193F0}" destId="{82D06FD0-4296-0240-B458-B2C50A6C540B}" srcOrd="0" destOrd="0" presId="urn:microsoft.com/office/officeart/2024/layout/BulletTimelineInverted"/>
    <dgm:cxn modelId="{20CEB55A-40A0-EC47-AFFB-C08DBC1D6B88}" type="presOf" srcId="{DBFBA364-2C31-B249-AB2D-3F33B92C11A3}" destId="{86B73266-1F95-AE43-98C3-187B65425B78}" srcOrd="0" destOrd="0" presId="urn:microsoft.com/office/officeart/2024/layout/BulletTimelineInverted"/>
    <dgm:cxn modelId="{584ED55A-EFB9-F244-B1AA-448C8C09D78D}" type="presOf" srcId="{F4C5EF9F-9552-E244-BDFC-09E1EB0C01E6}" destId="{E787DB89-AF02-0A49-A4D4-F47699CE1AFB}" srcOrd="0" destOrd="0" presId="urn:microsoft.com/office/officeart/2024/layout/BulletTimelineInverted"/>
    <dgm:cxn modelId="{BCD09A62-883C-ED4D-BF22-C22ED6BF81EE}" srcId="{687F5FA0-1A6A-814E-96C1-D0DC2391659C}" destId="{776CC224-3D4A-E44D-81A9-F4C7F1F6FB5C}" srcOrd="9" destOrd="0" parTransId="{5252B400-E074-E349-899D-DF5FB5A5A70D}" sibTransId="{1F05636B-FA80-7348-90DE-04294148D875}"/>
    <dgm:cxn modelId="{FE8E1C67-FDB5-DE45-852C-3A04E789E20E}" type="presOf" srcId="{47928BF1-129B-C244-968E-4C3E900A1B1F}" destId="{12D762EA-0B40-644D-B774-13C5950430F6}" srcOrd="0" destOrd="0" presId="urn:microsoft.com/office/officeart/2024/layout/BulletTimelineInverted"/>
    <dgm:cxn modelId="{669AB067-67B9-5E4A-B853-B4CC9C51D382}" type="presOf" srcId="{984881CC-1432-0640-B4AA-BECEC24D8BBD}" destId="{635C01D5-59E5-EC4B-8EE6-80C0855F99F8}" srcOrd="0" destOrd="0" presId="urn:microsoft.com/office/officeart/2024/layout/BulletTimelineInverted"/>
    <dgm:cxn modelId="{3C920768-1CA3-CB42-96BE-597E2777D523}" srcId="{239CF96E-AE69-F747-AFC2-5109E782C5C2}" destId="{984881CC-1432-0640-B4AA-BECEC24D8BBD}" srcOrd="0" destOrd="0" parTransId="{20B71F7E-8BC4-A043-818B-66FE9663E954}" sibTransId="{C496E958-8E86-154C-9EE6-F58A5EF87CC1}"/>
    <dgm:cxn modelId="{6165AC6A-B9C5-184D-B27E-7CCF14A68A54}" type="presOf" srcId="{14402F81-A04A-5843-AA34-8BEAFE019CE8}" destId="{B34546EC-EE12-DA48-9CE8-B779C8A0C764}" srcOrd="0" destOrd="0" presId="urn:microsoft.com/office/officeart/2024/layout/BulletTimelineInverted"/>
    <dgm:cxn modelId="{FFA16072-8706-D44C-AA75-89700130A8A9}" srcId="{687F5FA0-1A6A-814E-96C1-D0DC2391659C}" destId="{239CF96E-AE69-F747-AFC2-5109E782C5C2}" srcOrd="6" destOrd="0" parTransId="{B8B5C44F-0928-A647-B624-3D63846BB262}" sibTransId="{E2B81642-6B6C-7740-BB0D-CF2E7E81D622}"/>
    <dgm:cxn modelId="{E615307A-DAD1-3A49-BA64-735B66E661BF}" srcId="{687F5FA0-1A6A-814E-96C1-D0DC2391659C}" destId="{B9E43237-ADED-AE46-A27D-7A810DE40424}" srcOrd="2" destOrd="0" parTransId="{2DB7A0FA-2BAE-9546-97A4-20A3D1850AFC}" sibTransId="{1B7E9B35-9173-4740-8557-A93BFA93FD70}"/>
    <dgm:cxn modelId="{47097082-2B1E-4047-BBBF-BEA2E1256156}" srcId="{687F5FA0-1A6A-814E-96C1-D0DC2391659C}" destId="{6AC45776-4052-1F4D-B0D6-36BEDD67832E}" srcOrd="5" destOrd="0" parTransId="{76DD8F41-ED57-FB4C-8C5D-105342159421}" sibTransId="{FAD9F155-2541-0C44-80E2-F0FA85299ADF}"/>
    <dgm:cxn modelId="{88D62983-58EC-1F4D-AD42-F44FF21A664B}" srcId="{47928BF1-129B-C244-968E-4C3E900A1B1F}" destId="{DBFBA364-2C31-B249-AB2D-3F33B92C11A3}" srcOrd="0" destOrd="0" parTransId="{1CC62627-9527-3B4F-939B-2CE224C800CF}" sibTransId="{879BDED3-9593-3540-A7D9-4CA5B2557856}"/>
    <dgm:cxn modelId="{382BE888-0573-C541-BF01-B3F784120071}" type="presOf" srcId="{776CC224-3D4A-E44D-81A9-F4C7F1F6FB5C}" destId="{96A0CA76-0549-A54C-B5A2-6E0A09A8293A}" srcOrd="0" destOrd="0" presId="urn:microsoft.com/office/officeart/2024/layout/BulletTimelineInverted"/>
    <dgm:cxn modelId="{DD5B47A3-F0F7-974A-8C39-AB4EDC53C2FB}" srcId="{687F5FA0-1A6A-814E-96C1-D0DC2391659C}" destId="{C10DF9A8-0D05-124B-B3B9-CE26C97193F0}" srcOrd="8" destOrd="0" parTransId="{5A85912B-0819-2844-A942-E6A7AE724B41}" sibTransId="{315785A8-5706-B944-8D23-0711C2D3CC56}"/>
    <dgm:cxn modelId="{3944AFA5-E8FF-EC43-B782-0FBF7AF0CEA2}" srcId="{687F5FA0-1A6A-814E-96C1-D0DC2391659C}" destId="{F4C5EF9F-9552-E244-BDFC-09E1EB0C01E6}" srcOrd="10" destOrd="0" parTransId="{94AFDE20-41C8-A348-822F-05A120347A3A}" sibTransId="{742F193C-DB43-B942-8233-FF2B6E553D4C}"/>
    <dgm:cxn modelId="{304A34AB-0686-CA4C-870E-2339155A1C36}" type="presOf" srcId="{B9E43237-ADED-AE46-A27D-7A810DE40424}" destId="{403664B5-BBDF-F944-BDB9-0000C6EF1D07}" srcOrd="0" destOrd="0" presId="urn:microsoft.com/office/officeart/2024/layout/BulletTimelineInverted"/>
    <dgm:cxn modelId="{4AB7C6B6-8CF4-6249-BED4-8E9494F82C09}" srcId="{687F5FA0-1A6A-814E-96C1-D0DC2391659C}" destId="{CA3E3C16-F0C5-2D47-B133-00E87B7BA0B8}" srcOrd="7" destOrd="0" parTransId="{E3F252C0-EAE9-F744-BF57-78EB21247507}" sibTransId="{AF697319-2A43-0344-9CB1-311A6885E0AD}"/>
    <dgm:cxn modelId="{5D4459B8-AA14-5C47-B228-BABF84B61B2D}" type="presOf" srcId="{852BCE8E-DBFC-6C4A-8AC2-F087113F4161}" destId="{98A5CFE7-DB25-1C45-8B8E-1D9CD6DBC213}" srcOrd="0" destOrd="0" presId="urn:microsoft.com/office/officeart/2024/layout/BulletTimelineInverted"/>
    <dgm:cxn modelId="{2061D0C0-409E-9D42-81F8-6A65C23D0CC3}" type="presOf" srcId="{C12A9446-1752-3344-8F82-FDAA5763912C}" destId="{14FEB7A8-0B64-A446-BC5F-6EB7A5371234}" srcOrd="0" destOrd="0" presId="urn:microsoft.com/office/officeart/2024/layout/BulletTimelineInverted"/>
    <dgm:cxn modelId="{49D32FC4-8AB8-D24F-BF2C-B5C6AE2E2FFA}" srcId="{F4C5EF9F-9552-E244-BDFC-09E1EB0C01E6}" destId="{84ADE4D0-2C41-D14E-BDDE-FB72BFCF40B9}" srcOrd="0" destOrd="0" parTransId="{0580C63F-7D91-F64F-9A79-1063492B2BF3}" sibTransId="{04DB09FA-AFB8-8244-B918-CDEAA515E173}"/>
    <dgm:cxn modelId="{09B0A9C6-56C9-814E-ACE2-42E4E3DD0116}" type="presOf" srcId="{687F5FA0-1A6A-814E-96C1-D0DC2391659C}" destId="{7CCD213D-789D-9D46-B393-40AE303704E3}" srcOrd="0" destOrd="0" presId="urn:microsoft.com/office/officeart/2024/layout/BulletTimelineInverted"/>
    <dgm:cxn modelId="{47A5CDC9-CDE9-F746-9F23-61BF5361D1C9}" srcId="{687F5FA0-1A6A-814E-96C1-D0DC2391659C}" destId="{58748265-61D6-3746-AB70-A731C0148EB9}" srcOrd="4" destOrd="0" parTransId="{B7F372D1-B0B2-1343-9076-B43FE3B3B39D}" sibTransId="{01767970-91C4-8F44-9727-398A2D5EC414}"/>
    <dgm:cxn modelId="{79AA34CE-FF19-F34E-9DD7-0B3DF4159536}" srcId="{B9E43237-ADED-AE46-A27D-7A810DE40424}" destId="{0C852373-B3A9-AA48-87D3-54D3D076453D}" srcOrd="0" destOrd="0" parTransId="{D7FBD873-2C05-D84F-91BC-C06CEF4E616B}" sibTransId="{771AC930-4358-8B4C-9710-9F035D7BD4DC}"/>
    <dgm:cxn modelId="{D12950D3-E9D7-E547-B9BA-E76FAFEB6A0A}" type="presOf" srcId="{6AC45776-4052-1F4D-B0D6-36BEDD67832E}" destId="{0F5D4710-B030-3A45-AC9E-919BEC4D67BC}" srcOrd="0" destOrd="0" presId="urn:microsoft.com/office/officeart/2024/layout/BulletTimelineInverted"/>
    <dgm:cxn modelId="{96FE80D3-C76E-3F4A-B083-7A96D9EE1988}" type="presOf" srcId="{CA3E3C16-F0C5-2D47-B133-00E87B7BA0B8}" destId="{22E7AE6D-056F-CF4B-BA39-991871A45A30}" srcOrd="0" destOrd="0" presId="urn:microsoft.com/office/officeart/2024/layout/BulletTimelineInverted"/>
    <dgm:cxn modelId="{EDFB75E4-2E74-BD4D-9C9B-EB74726011AD}" srcId="{6AC45776-4052-1F4D-B0D6-36BEDD67832E}" destId="{D4734F69-CBC9-954A-86AE-DCCD559AB093}" srcOrd="0" destOrd="0" parTransId="{CD34AAB6-2831-5947-8466-633FA7350AEF}" sibTransId="{48DCEFB5-AD94-0947-B6BE-B5C12410B173}"/>
    <dgm:cxn modelId="{66AC69E5-BD83-0E42-9858-CDCBC1A27864}" srcId="{CE7DE001-BE39-924B-92CC-6BCF9B9C08B2}" destId="{3E8DED2A-A5BE-794B-B155-D1F766E40262}" srcOrd="0" destOrd="0" parTransId="{A72BB8B3-5E56-9541-9BFD-E54E03CFE54B}" sibTransId="{A0D82831-B10F-B541-A673-3301064A779A}"/>
    <dgm:cxn modelId="{481A3CEB-EBFD-C44D-8450-8B09A2EB28BD}" srcId="{687F5FA0-1A6A-814E-96C1-D0DC2391659C}" destId="{14402F81-A04A-5843-AA34-8BEAFE019CE8}" srcOrd="3" destOrd="0" parTransId="{1F92169C-189D-7F41-A9FD-4E472BA0245E}" sibTransId="{3A50DA23-A09F-114D-9C2A-0B153F8D4FFE}"/>
    <dgm:cxn modelId="{0536B7F0-B5F5-3747-B045-5587518E5944}" srcId="{CA3E3C16-F0C5-2D47-B133-00E87B7BA0B8}" destId="{B738041A-5019-D94E-9178-891BF57B10DC}" srcOrd="0" destOrd="0" parTransId="{02FE30B5-AFAD-F84E-9338-BB28B72512B7}" sibTransId="{76F34118-86F4-1245-B414-97090C53E2AE}"/>
    <dgm:cxn modelId="{A8322AF3-9B48-5744-9240-084636B81AF4}" srcId="{687F5FA0-1A6A-814E-96C1-D0DC2391659C}" destId="{CE7DE001-BE39-924B-92CC-6BCF9B9C08B2}" srcOrd="0" destOrd="0" parTransId="{3C57FCCD-47EB-C94C-A261-471A2F5BC9F3}" sibTransId="{4268CEFD-BFE3-F743-8660-5242B5F74B73}"/>
    <dgm:cxn modelId="{6BC328FB-1C34-5241-BB1F-62E4ED2B4925}" type="presOf" srcId="{84ADE4D0-2C41-D14E-BDDE-FB72BFCF40B9}" destId="{F9709BA6-2A3A-A446-B124-A2437A81FADC}" srcOrd="0" destOrd="0" presId="urn:microsoft.com/office/officeart/2024/layout/BulletTimelineInverted"/>
    <dgm:cxn modelId="{32DC799E-3CC0-9D40-AFC2-87EBF2762EBF}" type="presParOf" srcId="{7CCD213D-789D-9D46-B393-40AE303704E3}" destId="{B4A8659E-0025-5D44-B289-39F39376978F}" srcOrd="0" destOrd="0" presId="urn:microsoft.com/office/officeart/2024/layout/BulletTimelineInverted"/>
    <dgm:cxn modelId="{E2E20A62-D208-3946-A925-C9D161BF2D46}" type="presParOf" srcId="{B4A8659E-0025-5D44-B289-39F39376978F}" destId="{68592272-DB56-D74E-BA2B-63825BA41FE7}" srcOrd="0" destOrd="0" presId="urn:microsoft.com/office/officeart/2024/layout/BulletTimelineInverted"/>
    <dgm:cxn modelId="{9604A1E4-2AF7-F94E-89E2-89E86EE80835}" type="presParOf" srcId="{B4A8659E-0025-5D44-B289-39F39376978F}" destId="{3B6C5390-4000-C54B-B4E3-0A8AC30018FF}" srcOrd="1" destOrd="0" presId="urn:microsoft.com/office/officeart/2024/layout/BulletTimelineInverted"/>
    <dgm:cxn modelId="{A6582F51-630C-4D48-8BB3-EA8CE3225C78}" type="presParOf" srcId="{7CCD213D-789D-9D46-B393-40AE303704E3}" destId="{B367F527-B06A-464B-AE22-7EC237B8FAFB}" srcOrd="1" destOrd="0" presId="urn:microsoft.com/office/officeart/2024/layout/BulletTimelineInverted"/>
    <dgm:cxn modelId="{4E5DF4FC-B28E-A149-A791-317F4B3FF9FF}" type="presParOf" srcId="{B367F527-B06A-464B-AE22-7EC237B8FAFB}" destId="{468B8CD2-2AC5-744F-AC2F-21CC0D264969}" srcOrd="0" destOrd="0" presId="urn:microsoft.com/office/officeart/2024/layout/BulletTimelineInverted"/>
    <dgm:cxn modelId="{8ED92B08-144A-1B40-96AC-B23CF2A80ECA}" type="presParOf" srcId="{468B8CD2-2AC5-744F-AC2F-21CC0D264969}" destId="{E24E2232-5C13-4643-B7C3-1576DBC164AD}" srcOrd="0" destOrd="0" presId="urn:microsoft.com/office/officeart/2024/layout/BulletTimelineInverted"/>
    <dgm:cxn modelId="{0C35FE76-A0B0-B44E-9130-C5DEDA8D1A0F}" type="presParOf" srcId="{E24E2232-5C13-4643-B7C3-1576DBC164AD}" destId="{43A9178E-D3C8-2C4B-BD7E-8E467BD45A4C}" srcOrd="0" destOrd="0" presId="urn:microsoft.com/office/officeart/2024/layout/BulletTimelineInverted"/>
    <dgm:cxn modelId="{F893BA72-456E-A24E-B9A6-AF2BDDC84EE7}" type="presParOf" srcId="{E24E2232-5C13-4643-B7C3-1576DBC164AD}" destId="{427998C2-CF6B-064C-A1F1-834B46F0E8BE}" srcOrd="1" destOrd="0" presId="urn:microsoft.com/office/officeart/2024/layout/BulletTimelineInverted"/>
    <dgm:cxn modelId="{4BCD8712-0566-B749-9305-B8FC07777C9E}" type="presParOf" srcId="{468B8CD2-2AC5-744F-AC2F-21CC0D264969}" destId="{E440198E-D263-6A49-AE40-5C7549161976}" srcOrd="1" destOrd="0" presId="urn:microsoft.com/office/officeart/2024/layout/BulletTimelineInverted"/>
    <dgm:cxn modelId="{4DFDF6C9-8678-054C-A9BD-B51ACD8428F1}" type="presParOf" srcId="{468B8CD2-2AC5-744F-AC2F-21CC0D264969}" destId="{82FFEA13-2A84-5F4A-ABEE-CCB2C4FA71ED}" srcOrd="2" destOrd="0" presId="urn:microsoft.com/office/officeart/2024/layout/BulletTimelineInverted"/>
    <dgm:cxn modelId="{CFA05598-C9AB-9B4E-86F0-38A50A8E661E}" type="presParOf" srcId="{468B8CD2-2AC5-744F-AC2F-21CC0D264969}" destId="{ED851057-DF1D-1544-9482-01F01F2A8FA0}" srcOrd="3" destOrd="0" presId="urn:microsoft.com/office/officeart/2024/layout/BulletTimelineInverted"/>
    <dgm:cxn modelId="{BD3BF005-A434-2849-BD77-D5B76BAC7CC5}" type="presParOf" srcId="{468B8CD2-2AC5-744F-AC2F-21CC0D264969}" destId="{C2FAC816-9B1F-084C-8B40-DA4E8E75DB36}" srcOrd="4" destOrd="0" presId="urn:microsoft.com/office/officeart/2024/layout/BulletTimelineInverted"/>
    <dgm:cxn modelId="{1059A5C3-7F2D-3D44-930F-D5C53B779D06}" type="presParOf" srcId="{C2FAC816-9B1F-084C-8B40-DA4E8E75DB36}" destId="{45A93DB1-4B43-4E46-A765-D5AF8DA3E441}" srcOrd="0" destOrd="0" presId="urn:microsoft.com/office/officeart/2024/layout/BulletTimelineInverted"/>
    <dgm:cxn modelId="{9CFE17D5-FAEB-8543-9C1A-1F0D6B18F105}" type="presParOf" srcId="{468B8CD2-2AC5-744F-AC2F-21CC0D264969}" destId="{365D2419-B33C-3549-84A3-87DFEC769A2E}" srcOrd="5" destOrd="0" presId="urn:microsoft.com/office/officeart/2024/layout/BulletTimelineInverted"/>
    <dgm:cxn modelId="{66A7FA68-994A-3641-9C4E-007946DCC025}" type="presParOf" srcId="{B367F527-B06A-464B-AE22-7EC237B8FAFB}" destId="{25506303-95D9-6A40-BED2-33CF64DE9FCC}" srcOrd="1" destOrd="0" presId="urn:microsoft.com/office/officeart/2024/layout/BulletTimelineInverted"/>
    <dgm:cxn modelId="{BA4A3637-6473-0845-B7E1-44B2AFE8C083}" type="presParOf" srcId="{B367F527-B06A-464B-AE22-7EC237B8FAFB}" destId="{690C422E-A01B-8742-BFDA-706ACA67D033}" srcOrd="2" destOrd="0" presId="urn:microsoft.com/office/officeart/2024/layout/BulletTimelineInverted"/>
    <dgm:cxn modelId="{70F95247-58E0-6540-AEC7-F7159A24029B}" type="presParOf" srcId="{690C422E-A01B-8742-BFDA-706ACA67D033}" destId="{53B9B15E-BA86-664E-A8B5-88E0C8C3525A}" srcOrd="0" destOrd="0" presId="urn:microsoft.com/office/officeart/2024/layout/BulletTimelineInverted"/>
    <dgm:cxn modelId="{64CA9E4B-5B56-D041-9E12-706D5BECB75B}" type="presParOf" srcId="{53B9B15E-BA86-664E-A8B5-88E0C8C3525A}" destId="{50925030-7F96-9C42-988E-EFB469DB022C}" srcOrd="0" destOrd="0" presId="urn:microsoft.com/office/officeart/2024/layout/BulletTimelineInverted"/>
    <dgm:cxn modelId="{A361EE3E-F43E-F840-8FA1-CB47F63B1056}" type="presParOf" srcId="{53B9B15E-BA86-664E-A8B5-88E0C8C3525A}" destId="{E7FFD79D-3D03-2A41-B4DA-0A6789D4D92F}" srcOrd="1" destOrd="0" presId="urn:microsoft.com/office/officeart/2024/layout/BulletTimelineInverted"/>
    <dgm:cxn modelId="{5DD48B92-1652-794A-BFEA-B8365B0BC74F}" type="presParOf" srcId="{690C422E-A01B-8742-BFDA-706ACA67D033}" destId="{86B73266-1F95-AE43-98C3-187B65425B78}" srcOrd="1" destOrd="0" presId="urn:microsoft.com/office/officeart/2024/layout/BulletTimelineInverted"/>
    <dgm:cxn modelId="{0E3D8755-731D-0040-A733-D97F921782D6}" type="presParOf" srcId="{690C422E-A01B-8742-BFDA-706ACA67D033}" destId="{12D762EA-0B40-644D-B774-13C5950430F6}" srcOrd="2" destOrd="0" presId="urn:microsoft.com/office/officeart/2024/layout/BulletTimelineInverted"/>
    <dgm:cxn modelId="{757E1264-C1C6-8B4F-93D9-373513D6E485}" type="presParOf" srcId="{690C422E-A01B-8742-BFDA-706ACA67D033}" destId="{A96D6C7E-B892-0B43-8A3F-50D097850979}" srcOrd="3" destOrd="0" presId="urn:microsoft.com/office/officeart/2024/layout/BulletTimelineInverted"/>
    <dgm:cxn modelId="{59DF830B-CC2E-4444-B5D3-E4F61230C06B}" type="presParOf" srcId="{690C422E-A01B-8742-BFDA-706ACA67D033}" destId="{4162AFD8-9E22-7F41-A6FD-AAAC8774E856}" srcOrd="4" destOrd="0" presId="urn:microsoft.com/office/officeart/2024/layout/BulletTimelineInverted"/>
    <dgm:cxn modelId="{8FFA81D0-47D1-A545-9A0C-2B685E2C85E4}" type="presParOf" srcId="{4162AFD8-9E22-7F41-A6FD-AAAC8774E856}" destId="{3BBFF9FD-F404-5F4E-9A5B-BD22108673A4}" srcOrd="0" destOrd="0" presId="urn:microsoft.com/office/officeart/2024/layout/BulletTimelineInverted"/>
    <dgm:cxn modelId="{B9E591DC-7E5E-EB48-B604-E6B0E9763EC1}" type="presParOf" srcId="{690C422E-A01B-8742-BFDA-706ACA67D033}" destId="{A1377F22-927D-E847-B0FA-4759B665A770}" srcOrd="5" destOrd="0" presId="urn:microsoft.com/office/officeart/2024/layout/BulletTimelineInverted"/>
    <dgm:cxn modelId="{0698C94B-62A9-D944-8C77-2B357CB2E48A}" type="presParOf" srcId="{B367F527-B06A-464B-AE22-7EC237B8FAFB}" destId="{C683CED7-B55B-3B42-8282-9D4DA8AD1386}" srcOrd="3" destOrd="0" presId="urn:microsoft.com/office/officeart/2024/layout/BulletTimelineInverted"/>
    <dgm:cxn modelId="{C0AB0C8F-492C-744E-BD3A-B9E006BE9A47}" type="presParOf" srcId="{B367F527-B06A-464B-AE22-7EC237B8FAFB}" destId="{E591853D-85FF-704F-AD18-1B76ADEB198D}" srcOrd="4" destOrd="0" presId="urn:microsoft.com/office/officeart/2024/layout/BulletTimelineInverted"/>
    <dgm:cxn modelId="{07A9AA2B-B850-4146-872D-D2F0F1DA7EB1}" type="presParOf" srcId="{E591853D-85FF-704F-AD18-1B76ADEB198D}" destId="{68562B49-0B61-E44E-937D-71BE6FD2BC3A}" srcOrd="0" destOrd="0" presId="urn:microsoft.com/office/officeart/2024/layout/BulletTimelineInverted"/>
    <dgm:cxn modelId="{F89BEAF9-7D1B-1F4A-B08F-157F26722414}" type="presParOf" srcId="{68562B49-0B61-E44E-937D-71BE6FD2BC3A}" destId="{B63B82D2-AFC9-A347-A2E1-6D8E468083AF}" srcOrd="0" destOrd="0" presId="urn:microsoft.com/office/officeart/2024/layout/BulletTimelineInverted"/>
    <dgm:cxn modelId="{CE9C5051-D5F0-7B44-A876-B7D026A533D4}" type="presParOf" srcId="{68562B49-0B61-E44E-937D-71BE6FD2BC3A}" destId="{9A1C926C-6F86-2A41-95B1-EED92D1A21F6}" srcOrd="1" destOrd="0" presId="urn:microsoft.com/office/officeart/2024/layout/BulletTimelineInverted"/>
    <dgm:cxn modelId="{05D79006-36B3-FE48-BE91-D7C2CC29970A}" type="presParOf" srcId="{E591853D-85FF-704F-AD18-1B76ADEB198D}" destId="{67DC64EB-CB96-464F-AE4E-6CE6B20CA9E9}" srcOrd="1" destOrd="0" presId="urn:microsoft.com/office/officeart/2024/layout/BulletTimelineInverted"/>
    <dgm:cxn modelId="{F593E6DA-1A2C-A647-9260-E7647100948B}" type="presParOf" srcId="{E591853D-85FF-704F-AD18-1B76ADEB198D}" destId="{403664B5-BBDF-F944-BDB9-0000C6EF1D07}" srcOrd="2" destOrd="0" presId="urn:microsoft.com/office/officeart/2024/layout/BulletTimelineInverted"/>
    <dgm:cxn modelId="{A6C74E6C-E4CB-4C41-96F0-5C1DCDAF24F4}" type="presParOf" srcId="{E591853D-85FF-704F-AD18-1B76ADEB198D}" destId="{6F392A01-69D6-724B-8071-E2709D10C096}" srcOrd="3" destOrd="0" presId="urn:microsoft.com/office/officeart/2024/layout/BulletTimelineInverted"/>
    <dgm:cxn modelId="{B704C616-9EB9-EE45-BB6D-0F482F665422}" type="presParOf" srcId="{E591853D-85FF-704F-AD18-1B76ADEB198D}" destId="{938F9ED0-5AFE-3B49-9F12-03B21BDFA62E}" srcOrd="4" destOrd="0" presId="urn:microsoft.com/office/officeart/2024/layout/BulletTimelineInverted"/>
    <dgm:cxn modelId="{93221272-3708-FA42-A6A9-4AA7126BB2B6}" type="presParOf" srcId="{938F9ED0-5AFE-3B49-9F12-03B21BDFA62E}" destId="{8DE5C5ED-2632-A148-B3C0-97DAF934785E}" srcOrd="0" destOrd="0" presId="urn:microsoft.com/office/officeart/2024/layout/BulletTimelineInverted"/>
    <dgm:cxn modelId="{58DC787D-D41F-794B-9F9D-D0B5AA6F3EA5}" type="presParOf" srcId="{E591853D-85FF-704F-AD18-1B76ADEB198D}" destId="{68DF936A-818C-B348-A0AB-EF3384BECF04}" srcOrd="5" destOrd="0" presId="urn:microsoft.com/office/officeart/2024/layout/BulletTimelineInverted"/>
    <dgm:cxn modelId="{7EAF94E3-1BC1-4445-819C-C91206E638F4}" type="presParOf" srcId="{B367F527-B06A-464B-AE22-7EC237B8FAFB}" destId="{61261A5C-6168-8246-91B8-7C590552B642}" srcOrd="5" destOrd="0" presId="urn:microsoft.com/office/officeart/2024/layout/BulletTimelineInverted"/>
    <dgm:cxn modelId="{42D5D108-72AA-5540-92DF-8AC6EEF48F6C}" type="presParOf" srcId="{B367F527-B06A-464B-AE22-7EC237B8FAFB}" destId="{5280FDA5-B9BC-F144-BDFF-26E56037BD59}" srcOrd="6" destOrd="0" presId="urn:microsoft.com/office/officeart/2024/layout/BulletTimelineInverted"/>
    <dgm:cxn modelId="{873545EA-0381-DA41-85EA-2B1468CB540D}" type="presParOf" srcId="{5280FDA5-B9BC-F144-BDFF-26E56037BD59}" destId="{FC738F9A-AC03-624E-9264-CB2E02EF171A}" srcOrd="0" destOrd="0" presId="urn:microsoft.com/office/officeart/2024/layout/BulletTimelineInverted"/>
    <dgm:cxn modelId="{C6AB4528-6B79-9447-93AB-6F791C3BAFD4}" type="presParOf" srcId="{FC738F9A-AC03-624E-9264-CB2E02EF171A}" destId="{96C9ADC6-EA1F-9545-90E3-16BB0E97497E}" srcOrd="0" destOrd="0" presId="urn:microsoft.com/office/officeart/2024/layout/BulletTimelineInverted"/>
    <dgm:cxn modelId="{91E882B9-A395-DB4A-9730-116EC8EE92FD}" type="presParOf" srcId="{FC738F9A-AC03-624E-9264-CB2E02EF171A}" destId="{1A3696DE-D1C7-1B4C-953C-67F6FC0040C7}" srcOrd="1" destOrd="0" presId="urn:microsoft.com/office/officeart/2024/layout/BulletTimelineInverted"/>
    <dgm:cxn modelId="{C2EA575F-CA32-9348-B929-F563B1451717}" type="presParOf" srcId="{5280FDA5-B9BC-F144-BDFF-26E56037BD59}" destId="{14FEB7A8-0B64-A446-BC5F-6EB7A5371234}" srcOrd="1" destOrd="0" presId="urn:microsoft.com/office/officeart/2024/layout/BulletTimelineInverted"/>
    <dgm:cxn modelId="{E9238B81-F5AD-5B4F-97C5-69709133E72F}" type="presParOf" srcId="{5280FDA5-B9BC-F144-BDFF-26E56037BD59}" destId="{B34546EC-EE12-DA48-9CE8-B779C8A0C764}" srcOrd="2" destOrd="0" presId="urn:microsoft.com/office/officeart/2024/layout/BulletTimelineInverted"/>
    <dgm:cxn modelId="{C4498E60-1DB1-D646-AA38-5B04FCACB4BC}" type="presParOf" srcId="{5280FDA5-B9BC-F144-BDFF-26E56037BD59}" destId="{EB5CE0BC-EF79-CE42-9E23-7368A4031478}" srcOrd="3" destOrd="0" presId="urn:microsoft.com/office/officeart/2024/layout/BulletTimelineInverted"/>
    <dgm:cxn modelId="{01712FED-314B-5B45-A68E-377A45AA402D}" type="presParOf" srcId="{5280FDA5-B9BC-F144-BDFF-26E56037BD59}" destId="{9C49A401-AB26-4F46-95C8-FBEB3CF081BE}" srcOrd="4" destOrd="0" presId="urn:microsoft.com/office/officeart/2024/layout/BulletTimelineInverted"/>
    <dgm:cxn modelId="{88EDA63B-752E-6147-AE0B-A539F53E1E3F}" type="presParOf" srcId="{9C49A401-AB26-4F46-95C8-FBEB3CF081BE}" destId="{0824093A-19C0-884B-B766-A0873086E3AA}" srcOrd="0" destOrd="0" presId="urn:microsoft.com/office/officeart/2024/layout/BulletTimelineInverted"/>
    <dgm:cxn modelId="{4066C254-E089-A947-B3BD-D366EE1AE686}" type="presParOf" srcId="{5280FDA5-B9BC-F144-BDFF-26E56037BD59}" destId="{EA9DC425-694F-4A4F-A777-6FAE15585208}" srcOrd="5" destOrd="0" presId="urn:microsoft.com/office/officeart/2024/layout/BulletTimelineInverted"/>
    <dgm:cxn modelId="{9F0476D1-7ED8-5D4F-AA31-BC9884BE6953}" type="presParOf" srcId="{B367F527-B06A-464B-AE22-7EC237B8FAFB}" destId="{C1AF70A6-7744-3B44-8BF7-0533C20962B7}" srcOrd="7" destOrd="0" presId="urn:microsoft.com/office/officeart/2024/layout/BulletTimelineInverted"/>
    <dgm:cxn modelId="{AB9BAD07-2A40-FC41-BDF1-15C08DCE917A}" type="presParOf" srcId="{B367F527-B06A-464B-AE22-7EC237B8FAFB}" destId="{E52F2200-6E12-E644-A445-603603CF2F42}" srcOrd="8" destOrd="0" presId="urn:microsoft.com/office/officeart/2024/layout/BulletTimelineInverted"/>
    <dgm:cxn modelId="{E8E7B048-2F39-C043-910A-CDE9DB8AA078}" type="presParOf" srcId="{E52F2200-6E12-E644-A445-603603CF2F42}" destId="{9B43FEB7-0116-0340-9142-555EE203AA93}" srcOrd="0" destOrd="0" presId="urn:microsoft.com/office/officeart/2024/layout/BulletTimelineInverted"/>
    <dgm:cxn modelId="{A2D06ECD-C2DE-4041-A1A4-2116AA44192F}" type="presParOf" srcId="{9B43FEB7-0116-0340-9142-555EE203AA93}" destId="{19170F6E-80E6-E641-9394-AE474EE489FA}" srcOrd="0" destOrd="0" presId="urn:microsoft.com/office/officeart/2024/layout/BulletTimelineInverted"/>
    <dgm:cxn modelId="{4B0D0395-6392-9A4D-B9FA-E06BC890F27A}" type="presParOf" srcId="{9B43FEB7-0116-0340-9142-555EE203AA93}" destId="{D9A5C828-479E-4744-AB48-E6D7415357CA}" srcOrd="1" destOrd="0" presId="urn:microsoft.com/office/officeart/2024/layout/BulletTimelineInverted"/>
    <dgm:cxn modelId="{B614BA92-3DC3-9844-9D67-D102F2153941}" type="presParOf" srcId="{E52F2200-6E12-E644-A445-603603CF2F42}" destId="{EA3658AC-C671-EE40-8C3E-0F8AF9619C82}" srcOrd="1" destOrd="0" presId="urn:microsoft.com/office/officeart/2024/layout/BulletTimelineInverted"/>
    <dgm:cxn modelId="{F1F75818-B05C-B844-ADEF-4F95FC107B0F}" type="presParOf" srcId="{E52F2200-6E12-E644-A445-603603CF2F42}" destId="{EF677A7A-6E0C-A046-B283-FEBBF7059B27}" srcOrd="2" destOrd="0" presId="urn:microsoft.com/office/officeart/2024/layout/BulletTimelineInverted"/>
    <dgm:cxn modelId="{CF24A411-AB4E-C24E-A109-E855B6753442}" type="presParOf" srcId="{E52F2200-6E12-E644-A445-603603CF2F42}" destId="{4F098C90-E79A-D149-865E-50209C4CA8F4}" srcOrd="3" destOrd="0" presId="urn:microsoft.com/office/officeart/2024/layout/BulletTimelineInverted"/>
    <dgm:cxn modelId="{319DB387-AD4B-6347-AB25-27EBFB18CC50}" type="presParOf" srcId="{E52F2200-6E12-E644-A445-603603CF2F42}" destId="{06CE0D63-5937-7D48-98D9-3F66E635E920}" srcOrd="4" destOrd="0" presId="urn:microsoft.com/office/officeart/2024/layout/BulletTimelineInverted"/>
    <dgm:cxn modelId="{B4C37C39-94BB-024E-BB74-EC05E8E964DF}" type="presParOf" srcId="{06CE0D63-5937-7D48-98D9-3F66E635E920}" destId="{7B27B205-8D8C-EC43-82CE-EA5522407765}" srcOrd="0" destOrd="0" presId="urn:microsoft.com/office/officeart/2024/layout/BulletTimelineInverted"/>
    <dgm:cxn modelId="{5CB48755-492E-F247-925E-0D161CADEDD9}" type="presParOf" srcId="{E52F2200-6E12-E644-A445-603603CF2F42}" destId="{F6F779F9-99BE-B845-A0A1-8E25506C05DE}" srcOrd="5" destOrd="0" presId="urn:microsoft.com/office/officeart/2024/layout/BulletTimelineInverted"/>
    <dgm:cxn modelId="{FB1952FE-5D5E-F847-8750-38DFAD88B817}" type="presParOf" srcId="{B367F527-B06A-464B-AE22-7EC237B8FAFB}" destId="{8C43683C-684D-D94E-97C7-0EF981E91AC9}" srcOrd="9" destOrd="0" presId="urn:microsoft.com/office/officeart/2024/layout/BulletTimelineInverted"/>
    <dgm:cxn modelId="{4DA83110-CF27-174A-AC8D-84F9555F930C}" type="presParOf" srcId="{B367F527-B06A-464B-AE22-7EC237B8FAFB}" destId="{5A6F29E5-CE06-BF44-8329-9E0F77361114}" srcOrd="10" destOrd="0" presId="urn:microsoft.com/office/officeart/2024/layout/BulletTimelineInverted"/>
    <dgm:cxn modelId="{533868EB-87E4-284D-9B8B-06D3452F684C}" type="presParOf" srcId="{5A6F29E5-CE06-BF44-8329-9E0F77361114}" destId="{B030E3B3-46BD-124A-9FC7-60AE748D405F}" srcOrd="0" destOrd="0" presId="urn:microsoft.com/office/officeart/2024/layout/BulletTimelineInverted"/>
    <dgm:cxn modelId="{D1A21933-5158-204B-9C43-B6AD02935F1A}" type="presParOf" srcId="{B030E3B3-46BD-124A-9FC7-60AE748D405F}" destId="{745BBCBF-F18A-E440-B572-001B6A6DBC21}" srcOrd="0" destOrd="0" presId="urn:microsoft.com/office/officeart/2024/layout/BulletTimelineInverted"/>
    <dgm:cxn modelId="{B97175EB-1AA8-5A4B-B3CB-5C45F3A6D50C}" type="presParOf" srcId="{B030E3B3-46BD-124A-9FC7-60AE748D405F}" destId="{1AB1B003-5F5F-E24D-8152-DF5E504593E0}" srcOrd="1" destOrd="0" presId="urn:microsoft.com/office/officeart/2024/layout/BulletTimelineInverted"/>
    <dgm:cxn modelId="{92921B90-6E7A-524E-94E1-C3175B42D278}" type="presParOf" srcId="{5A6F29E5-CE06-BF44-8329-9E0F77361114}" destId="{FDD34E1D-0774-7346-9BDE-D5255AEE7187}" srcOrd="1" destOrd="0" presId="urn:microsoft.com/office/officeart/2024/layout/BulletTimelineInverted"/>
    <dgm:cxn modelId="{8E13A35E-35CE-0645-AE1A-A05EF884570A}" type="presParOf" srcId="{5A6F29E5-CE06-BF44-8329-9E0F77361114}" destId="{0F5D4710-B030-3A45-AC9E-919BEC4D67BC}" srcOrd="2" destOrd="0" presId="urn:microsoft.com/office/officeart/2024/layout/BulletTimelineInverted"/>
    <dgm:cxn modelId="{6502B6CC-E5A7-B344-A2C9-98304F581F4D}" type="presParOf" srcId="{5A6F29E5-CE06-BF44-8329-9E0F77361114}" destId="{258472B1-FC71-9648-8C05-C7406CA8BEBE}" srcOrd="3" destOrd="0" presId="urn:microsoft.com/office/officeart/2024/layout/BulletTimelineInverted"/>
    <dgm:cxn modelId="{6A3A7417-A5A5-3C4F-898B-77953E05C98E}" type="presParOf" srcId="{5A6F29E5-CE06-BF44-8329-9E0F77361114}" destId="{A97C4D83-0510-E842-9FDC-FBBEC1586721}" srcOrd="4" destOrd="0" presId="urn:microsoft.com/office/officeart/2024/layout/BulletTimelineInverted"/>
    <dgm:cxn modelId="{D54724B0-76FB-A941-80B1-7A15CAB2C47E}" type="presParOf" srcId="{A97C4D83-0510-E842-9FDC-FBBEC1586721}" destId="{33BDDD36-E32C-6141-9CEB-1CAEC18992B8}" srcOrd="0" destOrd="0" presId="urn:microsoft.com/office/officeart/2024/layout/BulletTimelineInverted"/>
    <dgm:cxn modelId="{0C744240-2164-084F-BD18-A742E71022A7}" type="presParOf" srcId="{5A6F29E5-CE06-BF44-8329-9E0F77361114}" destId="{08B4BE1E-80F4-8E48-AC41-3C7CF0F3E29F}" srcOrd="5" destOrd="0" presId="urn:microsoft.com/office/officeart/2024/layout/BulletTimelineInverted"/>
    <dgm:cxn modelId="{2E867FBD-7B53-804E-8178-EF8A4EB09561}" type="presParOf" srcId="{B367F527-B06A-464B-AE22-7EC237B8FAFB}" destId="{9419DC0C-09C7-5D42-8A40-28032A281127}" srcOrd="11" destOrd="0" presId="urn:microsoft.com/office/officeart/2024/layout/BulletTimelineInverted"/>
    <dgm:cxn modelId="{2A3DE01D-AB24-EF4C-A919-933B514FC81E}" type="presParOf" srcId="{B367F527-B06A-464B-AE22-7EC237B8FAFB}" destId="{CFD0E411-0DAC-9E46-9EA1-F3497041B3A2}" srcOrd="12" destOrd="0" presId="urn:microsoft.com/office/officeart/2024/layout/BulletTimelineInverted"/>
    <dgm:cxn modelId="{C00AFA3A-0734-0F4F-9BC5-ACED1D71E110}" type="presParOf" srcId="{CFD0E411-0DAC-9E46-9EA1-F3497041B3A2}" destId="{9964F390-79B5-0343-A6DB-B353031420EF}" srcOrd="0" destOrd="0" presId="urn:microsoft.com/office/officeart/2024/layout/BulletTimelineInverted"/>
    <dgm:cxn modelId="{8EC9629C-2A6B-DB42-8CD3-F63B75C01610}" type="presParOf" srcId="{9964F390-79B5-0343-A6DB-B353031420EF}" destId="{7C8470DC-5D6B-4743-8BFF-A3544C264856}" srcOrd="0" destOrd="0" presId="urn:microsoft.com/office/officeart/2024/layout/BulletTimelineInverted"/>
    <dgm:cxn modelId="{2C32999E-0090-7942-BF55-C68938D419D7}" type="presParOf" srcId="{9964F390-79B5-0343-A6DB-B353031420EF}" destId="{064E228B-AD97-8A4F-AB3B-8D5D4087E6A7}" srcOrd="1" destOrd="0" presId="urn:microsoft.com/office/officeart/2024/layout/BulletTimelineInverted"/>
    <dgm:cxn modelId="{A8BFD121-A22E-8649-BC4F-F2B45A729825}" type="presParOf" srcId="{CFD0E411-0DAC-9E46-9EA1-F3497041B3A2}" destId="{635C01D5-59E5-EC4B-8EE6-80C0855F99F8}" srcOrd="1" destOrd="0" presId="urn:microsoft.com/office/officeart/2024/layout/BulletTimelineInverted"/>
    <dgm:cxn modelId="{E3CCE01D-E0A7-9449-8B7F-A7B88911DDA1}" type="presParOf" srcId="{CFD0E411-0DAC-9E46-9EA1-F3497041B3A2}" destId="{73B04E22-252F-1048-A158-673E2AA5B339}" srcOrd="2" destOrd="0" presId="urn:microsoft.com/office/officeart/2024/layout/BulletTimelineInverted"/>
    <dgm:cxn modelId="{96EB5672-3F5F-CB45-A4C0-E38174C1C3CF}" type="presParOf" srcId="{CFD0E411-0DAC-9E46-9EA1-F3497041B3A2}" destId="{7E8CD243-175C-0E44-8AA3-CB46CEAF7E8D}" srcOrd="3" destOrd="0" presId="urn:microsoft.com/office/officeart/2024/layout/BulletTimelineInverted"/>
    <dgm:cxn modelId="{653DE984-0BED-8542-8BE6-23BBA87B7E03}" type="presParOf" srcId="{CFD0E411-0DAC-9E46-9EA1-F3497041B3A2}" destId="{E0EE5201-EC5F-FA48-A6F8-3F927A3BBC61}" srcOrd="4" destOrd="0" presId="urn:microsoft.com/office/officeart/2024/layout/BulletTimelineInverted"/>
    <dgm:cxn modelId="{1DDD8255-BD5B-ED49-B76F-C69576A30D84}" type="presParOf" srcId="{E0EE5201-EC5F-FA48-A6F8-3F927A3BBC61}" destId="{D0579A60-204A-F741-983C-1CBEA19DDDB3}" srcOrd="0" destOrd="0" presId="urn:microsoft.com/office/officeart/2024/layout/BulletTimelineInverted"/>
    <dgm:cxn modelId="{58FA804C-BE81-0446-B071-764B80AAEF34}" type="presParOf" srcId="{CFD0E411-0DAC-9E46-9EA1-F3497041B3A2}" destId="{163705EB-9E2A-CC4E-997A-C80F0AD15691}" srcOrd="5" destOrd="0" presId="urn:microsoft.com/office/officeart/2024/layout/BulletTimelineInverted"/>
    <dgm:cxn modelId="{E19BC1A4-0C91-AF48-9CB2-3F70DEBE9830}" type="presParOf" srcId="{B367F527-B06A-464B-AE22-7EC237B8FAFB}" destId="{31A6FBFB-F991-0D40-AFE7-28040449E315}" srcOrd="13" destOrd="0" presId="urn:microsoft.com/office/officeart/2024/layout/BulletTimelineInverted"/>
    <dgm:cxn modelId="{7D8B6B82-D90C-3D44-B054-9A00A5794033}" type="presParOf" srcId="{B367F527-B06A-464B-AE22-7EC237B8FAFB}" destId="{38045999-8723-5E40-8FEB-02FCE7CC68DD}" srcOrd="14" destOrd="0" presId="urn:microsoft.com/office/officeart/2024/layout/BulletTimelineInverted"/>
    <dgm:cxn modelId="{444CD976-0DF8-7140-AB69-8E40131B79EA}" type="presParOf" srcId="{38045999-8723-5E40-8FEB-02FCE7CC68DD}" destId="{F3EB4C1F-3C87-C442-BBD9-549932D364C8}" srcOrd="0" destOrd="0" presId="urn:microsoft.com/office/officeart/2024/layout/BulletTimelineInverted"/>
    <dgm:cxn modelId="{547E936C-7792-5842-9391-04CC613D8481}" type="presParOf" srcId="{F3EB4C1F-3C87-C442-BBD9-549932D364C8}" destId="{86E6B699-4853-C742-8521-5F49640ACC06}" srcOrd="0" destOrd="0" presId="urn:microsoft.com/office/officeart/2024/layout/BulletTimelineInverted"/>
    <dgm:cxn modelId="{FF2B683D-256E-1C40-804B-62097EE73DF4}" type="presParOf" srcId="{F3EB4C1F-3C87-C442-BBD9-549932D364C8}" destId="{B46B96EC-06BF-4045-9472-30C7CA900F69}" srcOrd="1" destOrd="0" presId="urn:microsoft.com/office/officeart/2024/layout/BulletTimelineInverted"/>
    <dgm:cxn modelId="{8E78ADC5-A428-B44B-AAE1-2930D3F7A0D0}" type="presParOf" srcId="{38045999-8723-5E40-8FEB-02FCE7CC68DD}" destId="{0C63D2D9-0105-564D-B44F-8D0F35394CB4}" srcOrd="1" destOrd="0" presId="urn:microsoft.com/office/officeart/2024/layout/BulletTimelineInverted"/>
    <dgm:cxn modelId="{10D3A884-F752-7B46-947F-A1E797E609B0}" type="presParOf" srcId="{38045999-8723-5E40-8FEB-02FCE7CC68DD}" destId="{22E7AE6D-056F-CF4B-BA39-991871A45A30}" srcOrd="2" destOrd="0" presId="urn:microsoft.com/office/officeart/2024/layout/BulletTimelineInverted"/>
    <dgm:cxn modelId="{1EA89ADB-3380-214E-9D99-6EDE4A100B5D}" type="presParOf" srcId="{38045999-8723-5E40-8FEB-02FCE7CC68DD}" destId="{A12384FA-569F-7E41-A534-4A501AD3CA6E}" srcOrd="3" destOrd="0" presId="urn:microsoft.com/office/officeart/2024/layout/BulletTimelineInverted"/>
    <dgm:cxn modelId="{69C8787B-272C-9D48-962F-8FD7DBA0D96D}" type="presParOf" srcId="{38045999-8723-5E40-8FEB-02FCE7CC68DD}" destId="{839432FF-0F90-4C44-8E90-CA2DDA9AA0F0}" srcOrd="4" destOrd="0" presId="urn:microsoft.com/office/officeart/2024/layout/BulletTimelineInverted"/>
    <dgm:cxn modelId="{CA726EC1-292A-5C4E-9704-B158665F7CA1}" type="presParOf" srcId="{839432FF-0F90-4C44-8E90-CA2DDA9AA0F0}" destId="{64C48170-8E6E-6448-BF5C-DA0BE6075DE5}" srcOrd="0" destOrd="0" presId="urn:microsoft.com/office/officeart/2024/layout/BulletTimelineInverted"/>
    <dgm:cxn modelId="{073BC6AA-10B8-6148-84DA-28655F7271F2}" type="presParOf" srcId="{38045999-8723-5E40-8FEB-02FCE7CC68DD}" destId="{ABA3C357-2C3C-A144-AEAF-3425CD5196C6}" srcOrd="5" destOrd="0" presId="urn:microsoft.com/office/officeart/2024/layout/BulletTimelineInverted"/>
    <dgm:cxn modelId="{404D98D4-EF65-6648-A95C-EAAD1EC79FDA}" type="presParOf" srcId="{B367F527-B06A-464B-AE22-7EC237B8FAFB}" destId="{3D92B1E6-5675-D04A-9D4F-1A89CD962E96}" srcOrd="15" destOrd="0" presId="urn:microsoft.com/office/officeart/2024/layout/BulletTimelineInverted"/>
    <dgm:cxn modelId="{4604FAB2-D86D-064A-8980-087E30BF27CF}" type="presParOf" srcId="{B367F527-B06A-464B-AE22-7EC237B8FAFB}" destId="{61C728E2-57C6-7B4B-8C96-6632915BCB74}" srcOrd="16" destOrd="0" presId="urn:microsoft.com/office/officeart/2024/layout/BulletTimelineInverted"/>
    <dgm:cxn modelId="{2F497606-C310-CA45-BE32-B0747ADED87D}" type="presParOf" srcId="{61C728E2-57C6-7B4B-8C96-6632915BCB74}" destId="{434EBA11-AB1C-3F46-8053-96130C5E83C9}" srcOrd="0" destOrd="0" presId="urn:microsoft.com/office/officeart/2024/layout/BulletTimelineInverted"/>
    <dgm:cxn modelId="{A5F3A7EE-51BF-674F-94AB-65EEED8CFCB0}" type="presParOf" srcId="{434EBA11-AB1C-3F46-8053-96130C5E83C9}" destId="{D844825E-4DBA-E543-A453-2B5BE415D524}" srcOrd="0" destOrd="0" presId="urn:microsoft.com/office/officeart/2024/layout/BulletTimelineInverted"/>
    <dgm:cxn modelId="{CF87ED8C-56F6-C04C-9900-E13D8B7C8B6A}" type="presParOf" srcId="{434EBA11-AB1C-3F46-8053-96130C5E83C9}" destId="{7D75FA5E-DCD9-8C49-A0A3-136FDCA25089}" srcOrd="1" destOrd="0" presId="urn:microsoft.com/office/officeart/2024/layout/BulletTimelineInverted"/>
    <dgm:cxn modelId="{F2DAD76C-0E33-1845-8CA0-44A72D8608E0}" type="presParOf" srcId="{61C728E2-57C6-7B4B-8C96-6632915BCB74}" destId="{41D1728A-3AAA-2941-8DD1-044C3F7B1982}" srcOrd="1" destOrd="0" presId="urn:microsoft.com/office/officeart/2024/layout/BulletTimelineInverted"/>
    <dgm:cxn modelId="{00642AA5-2216-D448-B43C-9A83FAB8FB05}" type="presParOf" srcId="{61C728E2-57C6-7B4B-8C96-6632915BCB74}" destId="{82D06FD0-4296-0240-B458-B2C50A6C540B}" srcOrd="2" destOrd="0" presId="urn:microsoft.com/office/officeart/2024/layout/BulletTimelineInverted"/>
    <dgm:cxn modelId="{CE527363-A0E1-BC46-A578-9905B2124875}" type="presParOf" srcId="{61C728E2-57C6-7B4B-8C96-6632915BCB74}" destId="{FC3A667C-3374-EE4C-A32F-09558F8EAAEA}" srcOrd="3" destOrd="0" presId="urn:microsoft.com/office/officeart/2024/layout/BulletTimelineInverted"/>
    <dgm:cxn modelId="{A51C671F-E57F-124B-A7C9-9AF95C12965D}" type="presParOf" srcId="{61C728E2-57C6-7B4B-8C96-6632915BCB74}" destId="{39BD5DAC-C0C8-BA4A-8A12-CA36FD7C5811}" srcOrd="4" destOrd="0" presId="urn:microsoft.com/office/officeart/2024/layout/BulletTimelineInverted"/>
    <dgm:cxn modelId="{8874155A-428C-E64C-9518-2CD304CB193B}" type="presParOf" srcId="{39BD5DAC-C0C8-BA4A-8A12-CA36FD7C5811}" destId="{2512455D-4E2A-9242-B8B5-324F7A87F1A3}" srcOrd="0" destOrd="0" presId="urn:microsoft.com/office/officeart/2024/layout/BulletTimelineInverted"/>
    <dgm:cxn modelId="{1F092501-0FDB-5744-8208-CB209B07C20F}" type="presParOf" srcId="{61C728E2-57C6-7B4B-8C96-6632915BCB74}" destId="{5780D668-2130-D443-BEB5-86170C802309}" srcOrd="5" destOrd="0" presId="urn:microsoft.com/office/officeart/2024/layout/BulletTimelineInverted"/>
    <dgm:cxn modelId="{6656E866-F129-2941-87EB-4601A7424088}" type="presParOf" srcId="{B367F527-B06A-464B-AE22-7EC237B8FAFB}" destId="{17B12F8E-4D84-8E44-9AA3-DED9831E6557}" srcOrd="17" destOrd="0" presId="urn:microsoft.com/office/officeart/2024/layout/BulletTimelineInverted"/>
    <dgm:cxn modelId="{2D8BB892-9631-A944-AB9F-9BF57A6214CA}" type="presParOf" srcId="{B367F527-B06A-464B-AE22-7EC237B8FAFB}" destId="{961C0FA2-2161-2E4B-9C62-AFB728A59EFE}" srcOrd="18" destOrd="0" presId="urn:microsoft.com/office/officeart/2024/layout/BulletTimelineInverted"/>
    <dgm:cxn modelId="{04B4B7DE-0FE5-2145-A111-F20B81344670}" type="presParOf" srcId="{961C0FA2-2161-2E4B-9C62-AFB728A59EFE}" destId="{C35803E9-A7B5-FB42-B324-2DC8FA45445F}" srcOrd="0" destOrd="0" presId="urn:microsoft.com/office/officeart/2024/layout/BulletTimelineInverted"/>
    <dgm:cxn modelId="{68F8840D-8737-D545-BBB1-0C5F886AFF25}" type="presParOf" srcId="{C35803E9-A7B5-FB42-B324-2DC8FA45445F}" destId="{D0D861B9-12EF-B243-90B4-AD05E55A65D0}" srcOrd="0" destOrd="0" presId="urn:microsoft.com/office/officeart/2024/layout/BulletTimelineInverted"/>
    <dgm:cxn modelId="{C42F3E1C-49C0-FA40-BBA0-42B6A02F8AAC}" type="presParOf" srcId="{C35803E9-A7B5-FB42-B324-2DC8FA45445F}" destId="{FCCC3D24-C672-C447-A57C-9389DA9D76AE}" srcOrd="1" destOrd="0" presId="urn:microsoft.com/office/officeart/2024/layout/BulletTimelineInverted"/>
    <dgm:cxn modelId="{32611253-A92D-7148-9F2D-9AFA771717D2}" type="presParOf" srcId="{961C0FA2-2161-2E4B-9C62-AFB728A59EFE}" destId="{98A5CFE7-DB25-1C45-8B8E-1D9CD6DBC213}" srcOrd="1" destOrd="0" presId="urn:microsoft.com/office/officeart/2024/layout/BulletTimelineInverted"/>
    <dgm:cxn modelId="{817971E3-26D0-A746-B402-8CAE9947530F}" type="presParOf" srcId="{961C0FA2-2161-2E4B-9C62-AFB728A59EFE}" destId="{96A0CA76-0549-A54C-B5A2-6E0A09A8293A}" srcOrd="2" destOrd="0" presId="urn:microsoft.com/office/officeart/2024/layout/BulletTimelineInverted"/>
    <dgm:cxn modelId="{59C105DC-18C3-C54C-BF4E-839EA284CE33}" type="presParOf" srcId="{961C0FA2-2161-2E4B-9C62-AFB728A59EFE}" destId="{2F6F17F9-03E6-8C46-89C3-9CD787F8B8DE}" srcOrd="3" destOrd="0" presId="urn:microsoft.com/office/officeart/2024/layout/BulletTimelineInverted"/>
    <dgm:cxn modelId="{225504F9-4337-2940-8F01-44C3B5411B91}" type="presParOf" srcId="{961C0FA2-2161-2E4B-9C62-AFB728A59EFE}" destId="{64A8D3EA-2E97-204B-8DE6-28B35CBC02B3}" srcOrd="4" destOrd="0" presId="urn:microsoft.com/office/officeart/2024/layout/BulletTimelineInverted"/>
    <dgm:cxn modelId="{CA79BFA5-AF6F-504B-98BB-8774061552AE}" type="presParOf" srcId="{64A8D3EA-2E97-204B-8DE6-28B35CBC02B3}" destId="{A6FF9F73-DEAF-0E45-9B14-84389505CEB8}" srcOrd="0" destOrd="0" presId="urn:microsoft.com/office/officeart/2024/layout/BulletTimelineInverted"/>
    <dgm:cxn modelId="{EAFD0EAF-DCAD-094D-9A65-475678C8C9B5}" type="presParOf" srcId="{961C0FA2-2161-2E4B-9C62-AFB728A59EFE}" destId="{BB5D4F05-562E-C346-98A0-3E3AA91A5791}" srcOrd="5" destOrd="0" presId="urn:microsoft.com/office/officeart/2024/layout/BulletTimelineInverted"/>
    <dgm:cxn modelId="{A8CA58D2-46E9-F844-ABE9-F3515D36ADFF}" type="presParOf" srcId="{B367F527-B06A-464B-AE22-7EC237B8FAFB}" destId="{3444D490-E5C2-2741-AD14-9BA8781E5706}" srcOrd="19" destOrd="0" presId="urn:microsoft.com/office/officeart/2024/layout/BulletTimelineInverted"/>
    <dgm:cxn modelId="{F2D131B8-D5A5-684F-B307-A65180EE9D76}" type="presParOf" srcId="{B367F527-B06A-464B-AE22-7EC237B8FAFB}" destId="{42F6AF91-CF80-2442-96DA-7241925E60FF}" srcOrd="20" destOrd="0" presId="urn:microsoft.com/office/officeart/2024/layout/BulletTimelineInverted"/>
    <dgm:cxn modelId="{F5F57BBC-7855-0547-B6E6-8F94D47CD59F}" type="presParOf" srcId="{42F6AF91-CF80-2442-96DA-7241925E60FF}" destId="{3F0F2C79-F608-F54A-8A71-BFE5DBC3E02D}" srcOrd="0" destOrd="0" presId="urn:microsoft.com/office/officeart/2024/layout/BulletTimelineInverted"/>
    <dgm:cxn modelId="{E372EF9E-5EBD-AF45-8677-5196B148312E}" type="presParOf" srcId="{3F0F2C79-F608-F54A-8A71-BFE5DBC3E02D}" destId="{FF5E69C8-F217-0A49-B591-AACE3C75D7DA}" srcOrd="0" destOrd="0" presId="urn:microsoft.com/office/officeart/2024/layout/BulletTimelineInverted"/>
    <dgm:cxn modelId="{1B6889E9-B9B5-6F45-91FE-D157F389905E}" type="presParOf" srcId="{3F0F2C79-F608-F54A-8A71-BFE5DBC3E02D}" destId="{B17D2F2C-747C-644F-91E4-8D21BA4FCC07}" srcOrd="1" destOrd="0" presId="urn:microsoft.com/office/officeart/2024/layout/BulletTimelineInverted"/>
    <dgm:cxn modelId="{C2D00887-DA2E-7F41-BBFB-8851EE9DFFAF}" type="presParOf" srcId="{42F6AF91-CF80-2442-96DA-7241925E60FF}" destId="{F9709BA6-2A3A-A446-B124-A2437A81FADC}" srcOrd="1" destOrd="0" presId="urn:microsoft.com/office/officeart/2024/layout/BulletTimelineInverted"/>
    <dgm:cxn modelId="{EB07D300-A6E0-6743-99BC-43E02F8D72EE}" type="presParOf" srcId="{42F6AF91-CF80-2442-96DA-7241925E60FF}" destId="{E787DB89-AF02-0A49-A4D4-F47699CE1AFB}" srcOrd="2" destOrd="0" presId="urn:microsoft.com/office/officeart/2024/layout/BulletTimelineInverted"/>
    <dgm:cxn modelId="{8C2886EB-F496-664E-B7DA-65C01EDB50FD}" type="presParOf" srcId="{42F6AF91-CF80-2442-96DA-7241925E60FF}" destId="{79E82CC7-650A-4C4B-82A8-AC575315D4D3}" srcOrd="3" destOrd="0" presId="urn:microsoft.com/office/officeart/2024/layout/BulletTimelineInverted"/>
    <dgm:cxn modelId="{07AFA1B8-5B1F-C844-9B47-7EA9DEEEADA1}" type="presParOf" srcId="{42F6AF91-CF80-2442-96DA-7241925E60FF}" destId="{421E909B-178D-7A49-BF93-94AC2EBB3F4C}" srcOrd="4" destOrd="0" presId="urn:microsoft.com/office/officeart/2024/layout/BulletTimelineInverted"/>
    <dgm:cxn modelId="{4C794F60-2366-4842-AE6E-06DDCAE6C2A2}" type="presParOf" srcId="{421E909B-178D-7A49-BF93-94AC2EBB3F4C}" destId="{3B4D0149-6431-254D-9736-E71F65250A3C}" srcOrd="0" destOrd="0" presId="urn:microsoft.com/office/officeart/2024/layout/BulletTimelineInverted"/>
    <dgm:cxn modelId="{B81A7EBF-3F19-B847-A1CC-C03110BB7157}" type="presParOf" srcId="{42F6AF91-CF80-2442-96DA-7241925E60FF}" destId="{21BB2AA8-7B46-264F-ABAA-9F8B1DA42C04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94DD8B-0BAA-3A46-AFE6-1557146D0048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030C648-60E8-684D-BE78-7469669CA920}">
      <dgm:prSet phldrT="Add an event"/>
      <dgm:spPr/>
      <dgm:t>
        <a:bodyPr/>
        <a:lstStyle/>
        <a:p>
          <a:pPr>
            <a:defRPr b="1"/>
          </a:pPr>
          <a:r>
            <a:rPr lang="en-DE" dirty="0"/>
            <a:t>Training Data</a:t>
          </a:r>
          <a:endParaRPr lang="en-GB" dirty="0"/>
        </a:p>
      </dgm:t>
    </dgm:pt>
    <dgm:pt modelId="{ECCDE67D-AE03-8F4C-BAAE-6681B6F6DEC4}" type="parTrans" cxnId="{A354CD2A-B2CC-E348-9A0E-60F5C74DEB45}">
      <dgm:prSet/>
      <dgm:spPr/>
      <dgm:t>
        <a:bodyPr/>
        <a:lstStyle/>
        <a:p>
          <a:endParaRPr lang="en-GB"/>
        </a:p>
      </dgm:t>
    </dgm:pt>
    <dgm:pt modelId="{5C1CF185-B017-9B40-BADA-CD495C5521C4}" type="sibTrans" cxnId="{A354CD2A-B2CC-E348-9A0E-60F5C74DEB45}">
      <dgm:prSet/>
      <dgm:spPr/>
      <dgm:t>
        <a:bodyPr/>
        <a:lstStyle/>
        <a:p>
          <a:endParaRPr lang="en-GB"/>
        </a:p>
      </dgm:t>
    </dgm:pt>
    <dgm:pt modelId="{F68062A7-384B-3847-99F4-53C19D97C771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C119B2B5-23FB-9B4B-A87B-F51A27937730}" type="parTrans" cxnId="{0D0ED00F-20B4-A74C-ACF5-AABB749744D8}">
      <dgm:prSet/>
      <dgm:spPr/>
      <dgm:t>
        <a:bodyPr/>
        <a:lstStyle/>
        <a:p>
          <a:endParaRPr lang="en-GB"/>
        </a:p>
      </dgm:t>
    </dgm:pt>
    <dgm:pt modelId="{6F3C1550-0AA3-C847-BD2C-2CE68C45F5A6}" type="sibTrans" cxnId="{0D0ED00F-20B4-A74C-ACF5-AABB749744D8}">
      <dgm:prSet/>
      <dgm:spPr/>
      <dgm:t>
        <a:bodyPr/>
        <a:lstStyle/>
        <a:p>
          <a:endParaRPr lang="en-GB"/>
        </a:p>
      </dgm:t>
    </dgm:pt>
    <dgm:pt modelId="{47629A00-F0AF-184F-9A0C-E3B224E7E370}">
      <dgm:prSet phldrT="Add an event"/>
      <dgm:spPr/>
      <dgm:t>
        <a:bodyPr/>
        <a:lstStyle/>
        <a:p>
          <a:pPr>
            <a:defRPr b="1"/>
          </a:pPr>
          <a:r>
            <a:rPr lang="en-DE" dirty="0"/>
            <a:t>Feature Scaling</a:t>
          </a:r>
          <a:endParaRPr lang="en-GB" dirty="0"/>
        </a:p>
      </dgm:t>
    </dgm:pt>
    <dgm:pt modelId="{74746FDD-BCF8-3742-B414-CABFD088047F}" type="parTrans" cxnId="{E5311A77-2EAD-1541-9CF7-906622E07F49}">
      <dgm:prSet/>
      <dgm:spPr/>
      <dgm:t>
        <a:bodyPr/>
        <a:lstStyle/>
        <a:p>
          <a:endParaRPr lang="en-GB"/>
        </a:p>
      </dgm:t>
    </dgm:pt>
    <dgm:pt modelId="{457836A3-30C0-D948-A9C7-9631A05DA802}" type="sibTrans" cxnId="{E5311A77-2EAD-1541-9CF7-906622E07F49}">
      <dgm:prSet/>
      <dgm:spPr/>
      <dgm:t>
        <a:bodyPr/>
        <a:lstStyle/>
        <a:p>
          <a:endParaRPr lang="en-GB"/>
        </a:p>
      </dgm:t>
    </dgm:pt>
    <dgm:pt modelId="{15743DA0-2684-1243-84CA-90D9ABA48576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84CE6D49-8B97-8F4D-BECB-F870BA056878}" type="parTrans" cxnId="{6A56A71D-131A-664B-854A-6B379492242B}">
      <dgm:prSet/>
      <dgm:spPr/>
      <dgm:t>
        <a:bodyPr/>
        <a:lstStyle/>
        <a:p>
          <a:endParaRPr lang="en-GB"/>
        </a:p>
      </dgm:t>
    </dgm:pt>
    <dgm:pt modelId="{1CA8FEB3-F8F0-2148-BCED-0B4F1FEA0E15}" type="sibTrans" cxnId="{6A56A71D-131A-664B-854A-6B379492242B}">
      <dgm:prSet/>
      <dgm:spPr/>
      <dgm:t>
        <a:bodyPr/>
        <a:lstStyle/>
        <a:p>
          <a:endParaRPr lang="en-GB"/>
        </a:p>
      </dgm:t>
    </dgm:pt>
    <dgm:pt modelId="{B6C25520-A3FD-6148-A2B7-C9919B01B6DC}">
      <dgm:prSet phldrT="Add an event"/>
      <dgm:spPr/>
      <dgm:t>
        <a:bodyPr/>
        <a:lstStyle/>
        <a:p>
          <a:pPr>
            <a:defRPr b="1"/>
          </a:pPr>
          <a:r>
            <a:rPr lang="en-DE" dirty="0"/>
            <a:t>Feature Selection</a:t>
          </a:r>
          <a:endParaRPr lang="en-GB" dirty="0"/>
        </a:p>
      </dgm:t>
    </dgm:pt>
    <dgm:pt modelId="{4EDE45FE-0725-FC4E-8E25-D1DE5E2F421E}" type="parTrans" cxnId="{BE3B63F1-EF95-754C-9F9B-C0632549CFA5}">
      <dgm:prSet/>
      <dgm:spPr/>
      <dgm:t>
        <a:bodyPr/>
        <a:lstStyle/>
        <a:p>
          <a:endParaRPr lang="en-GB"/>
        </a:p>
      </dgm:t>
    </dgm:pt>
    <dgm:pt modelId="{41BF7297-919F-8442-8C28-B37577351A23}" type="sibTrans" cxnId="{BE3B63F1-EF95-754C-9F9B-C0632549CFA5}">
      <dgm:prSet/>
      <dgm:spPr/>
      <dgm:t>
        <a:bodyPr/>
        <a:lstStyle/>
        <a:p>
          <a:endParaRPr lang="en-GB"/>
        </a:p>
      </dgm:t>
    </dgm:pt>
    <dgm:pt modelId="{788E00E9-9B2C-D442-9BA5-FFC57A2F5935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082008CA-A77E-E94E-AD19-7013A8AF6C28}" type="parTrans" cxnId="{7AC63FB1-24B2-7041-9ACA-BAEF0294AC21}">
      <dgm:prSet/>
      <dgm:spPr/>
      <dgm:t>
        <a:bodyPr/>
        <a:lstStyle/>
        <a:p>
          <a:endParaRPr lang="en-GB"/>
        </a:p>
      </dgm:t>
    </dgm:pt>
    <dgm:pt modelId="{ACCC4EC4-5CE9-D84B-B3B0-5F355EAAD68F}" type="sibTrans" cxnId="{7AC63FB1-24B2-7041-9ACA-BAEF0294AC21}">
      <dgm:prSet/>
      <dgm:spPr/>
      <dgm:t>
        <a:bodyPr/>
        <a:lstStyle/>
        <a:p>
          <a:endParaRPr lang="en-GB"/>
        </a:p>
      </dgm:t>
    </dgm:pt>
    <dgm:pt modelId="{157F89D2-08C0-5D44-8B0A-3A0DAE4D34D1}">
      <dgm:prSet phldrT="Add an event"/>
      <dgm:spPr/>
      <dgm:t>
        <a:bodyPr/>
        <a:lstStyle/>
        <a:p>
          <a:pPr>
            <a:defRPr b="1"/>
          </a:pPr>
          <a:r>
            <a:rPr lang="en-DE" dirty="0"/>
            <a:t>GridSearchCV</a:t>
          </a:r>
          <a:endParaRPr lang="en-GB" dirty="0"/>
        </a:p>
      </dgm:t>
    </dgm:pt>
    <dgm:pt modelId="{27B1620F-A5E3-E045-AC9E-99A81C879AA7}" type="parTrans" cxnId="{E35AD089-AABE-2F4F-B09C-90B0314D7AC3}">
      <dgm:prSet/>
      <dgm:spPr/>
      <dgm:t>
        <a:bodyPr/>
        <a:lstStyle/>
        <a:p>
          <a:endParaRPr lang="en-GB"/>
        </a:p>
      </dgm:t>
    </dgm:pt>
    <dgm:pt modelId="{1E47CC9E-37C8-894A-B9E4-093EB60177CF}" type="sibTrans" cxnId="{E35AD089-AABE-2F4F-B09C-90B0314D7AC3}">
      <dgm:prSet/>
      <dgm:spPr/>
      <dgm:t>
        <a:bodyPr/>
        <a:lstStyle/>
        <a:p>
          <a:endParaRPr lang="en-GB"/>
        </a:p>
      </dgm:t>
    </dgm:pt>
    <dgm:pt modelId="{911453DB-E0E9-0947-80D7-237CA6AB2E1D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06283CB4-364F-204B-983A-820BA9139973}" type="parTrans" cxnId="{62D6AA64-737A-F24B-B81C-424C713B45B2}">
      <dgm:prSet/>
      <dgm:spPr/>
      <dgm:t>
        <a:bodyPr/>
        <a:lstStyle/>
        <a:p>
          <a:endParaRPr lang="en-GB"/>
        </a:p>
      </dgm:t>
    </dgm:pt>
    <dgm:pt modelId="{16747C5B-EA11-F244-8278-88DFED2A14C4}" type="sibTrans" cxnId="{62D6AA64-737A-F24B-B81C-424C713B45B2}">
      <dgm:prSet/>
      <dgm:spPr/>
      <dgm:t>
        <a:bodyPr/>
        <a:lstStyle/>
        <a:p>
          <a:endParaRPr lang="en-GB"/>
        </a:p>
      </dgm:t>
    </dgm:pt>
    <dgm:pt modelId="{C728F16A-300C-2B42-B359-06035EC6946C}">
      <dgm:prSet phldrT="Add an event"/>
      <dgm:spPr/>
      <dgm:t>
        <a:bodyPr/>
        <a:lstStyle/>
        <a:p>
          <a:pPr>
            <a:defRPr b="1"/>
          </a:pPr>
          <a:r>
            <a:rPr lang="en-DE" dirty="0"/>
            <a:t>Best Model</a:t>
          </a:r>
          <a:endParaRPr lang="en-GB" dirty="0"/>
        </a:p>
      </dgm:t>
    </dgm:pt>
    <dgm:pt modelId="{A92C1863-9560-164A-ADD7-49280263E38E}" type="parTrans" cxnId="{4009A896-948C-1C4E-BE9A-92FD5B168616}">
      <dgm:prSet/>
      <dgm:spPr/>
      <dgm:t>
        <a:bodyPr/>
        <a:lstStyle/>
        <a:p>
          <a:endParaRPr lang="en-GB"/>
        </a:p>
      </dgm:t>
    </dgm:pt>
    <dgm:pt modelId="{EBF199B8-A40C-B84D-830A-C5CC3ABDAB55}" type="sibTrans" cxnId="{4009A896-948C-1C4E-BE9A-92FD5B168616}">
      <dgm:prSet/>
      <dgm:spPr/>
      <dgm:t>
        <a:bodyPr/>
        <a:lstStyle/>
        <a:p>
          <a:endParaRPr lang="en-GB"/>
        </a:p>
      </dgm:t>
    </dgm:pt>
    <dgm:pt modelId="{E982F913-23E9-024A-AB60-58889020A69A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8B346072-534E-8B40-A989-5F851D8E7A18}" type="parTrans" cxnId="{AE17DC88-4088-6040-BC42-C9C44607B769}">
      <dgm:prSet/>
      <dgm:spPr/>
      <dgm:t>
        <a:bodyPr/>
        <a:lstStyle/>
        <a:p>
          <a:endParaRPr lang="en-GB"/>
        </a:p>
      </dgm:t>
    </dgm:pt>
    <dgm:pt modelId="{0AC989DE-6351-3241-A26D-7768B38ABD9A}" type="sibTrans" cxnId="{AE17DC88-4088-6040-BC42-C9C44607B769}">
      <dgm:prSet/>
      <dgm:spPr/>
      <dgm:t>
        <a:bodyPr/>
        <a:lstStyle/>
        <a:p>
          <a:endParaRPr lang="en-GB"/>
        </a:p>
      </dgm:t>
    </dgm:pt>
    <dgm:pt modelId="{C722E2D0-B94A-7C4F-BAA0-1591B5AD60C6}">
      <dgm:prSet phldrT="Add an event"/>
      <dgm:spPr/>
      <dgm:t>
        <a:bodyPr/>
        <a:lstStyle/>
        <a:p>
          <a:pPr>
            <a:defRPr b="1"/>
          </a:pPr>
          <a:r>
            <a:rPr lang="en-DE" dirty="0"/>
            <a:t>Testing Data</a:t>
          </a:r>
          <a:endParaRPr lang="en-GB" dirty="0"/>
        </a:p>
      </dgm:t>
    </dgm:pt>
    <dgm:pt modelId="{01F0013B-A548-2246-BAC5-81B40F4D51BF}" type="parTrans" cxnId="{5CD1EBDB-2579-9A49-B1E4-EF1CD9B6F90B}">
      <dgm:prSet/>
      <dgm:spPr/>
      <dgm:t>
        <a:bodyPr/>
        <a:lstStyle/>
        <a:p>
          <a:endParaRPr lang="en-GB"/>
        </a:p>
      </dgm:t>
    </dgm:pt>
    <dgm:pt modelId="{D6DDBEB0-9803-FB47-8B19-4ACB5E68082E}" type="sibTrans" cxnId="{5CD1EBDB-2579-9A49-B1E4-EF1CD9B6F90B}">
      <dgm:prSet/>
      <dgm:spPr/>
      <dgm:t>
        <a:bodyPr/>
        <a:lstStyle/>
        <a:p>
          <a:endParaRPr lang="en-GB"/>
        </a:p>
      </dgm:t>
    </dgm:pt>
    <dgm:pt modelId="{971E3825-C7F1-864E-B6A0-4A163E383D21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5ED4B1D8-086D-9F4A-A2A5-E57EC93BC8B8}" type="parTrans" cxnId="{64438CF8-2C81-E942-AA23-36A1F09EEF9C}">
      <dgm:prSet/>
      <dgm:spPr/>
      <dgm:t>
        <a:bodyPr/>
        <a:lstStyle/>
        <a:p>
          <a:endParaRPr lang="en-GB"/>
        </a:p>
      </dgm:t>
    </dgm:pt>
    <dgm:pt modelId="{80F0720A-AD10-A348-9909-C4B6C4C79FE4}" type="sibTrans" cxnId="{64438CF8-2C81-E942-AA23-36A1F09EEF9C}">
      <dgm:prSet/>
      <dgm:spPr/>
      <dgm:t>
        <a:bodyPr/>
        <a:lstStyle/>
        <a:p>
          <a:endParaRPr lang="en-GB"/>
        </a:p>
      </dgm:t>
    </dgm:pt>
    <dgm:pt modelId="{8A3117B5-EDA2-0446-A9E9-EA1CA3C6C4E7}" type="pres">
      <dgm:prSet presAssocID="{D994DD8B-0BAA-3A46-AFE6-1557146D0048}" presName="root" presStyleCnt="0">
        <dgm:presLayoutVars>
          <dgm:dir/>
          <dgm:animLvl val="lvl"/>
        </dgm:presLayoutVars>
      </dgm:prSet>
      <dgm:spPr/>
    </dgm:pt>
    <dgm:pt modelId="{16C92AE9-0A82-394C-A119-0D94CA17FF17}" type="pres">
      <dgm:prSet presAssocID="{D994DD8B-0BAA-3A46-AFE6-1557146D0048}" presName="divider" presStyleCnt="0"/>
      <dgm:spPr/>
    </dgm:pt>
    <dgm:pt modelId="{E8D507F9-0861-E64D-B4DA-801B2D651962}" type="pres">
      <dgm:prSet presAssocID="{D994DD8B-0BAA-3A46-AFE6-1557146D0048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189F102-509E-E646-8D58-5FE9DA26E215}" type="pres">
      <dgm:prSet presAssocID="{D994DD8B-0BAA-3A46-AFE6-1557146D0048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E0F4331-8F29-674A-80F6-4C78287F38B2}" type="pres">
      <dgm:prSet presAssocID="{D994DD8B-0BAA-3A46-AFE6-1557146D0048}" presName="nodes" presStyleCnt="0">
        <dgm:presLayoutVars>
          <dgm:chMax/>
          <dgm:chPref/>
          <dgm:animLvl val="lvl"/>
        </dgm:presLayoutVars>
      </dgm:prSet>
      <dgm:spPr/>
    </dgm:pt>
    <dgm:pt modelId="{B5E51C41-83AD-5F45-B6CE-F70530B265F0}" type="pres">
      <dgm:prSet presAssocID="{9030C648-60E8-684D-BE78-7469669CA920}" presName="composite" presStyleCnt="0"/>
      <dgm:spPr/>
    </dgm:pt>
    <dgm:pt modelId="{717A32A4-3506-0D43-BD44-848B0688444A}" type="pres">
      <dgm:prSet presAssocID="{9030C648-60E8-684D-BE78-7469669CA920}" presName="DropPinPlaceHolder" presStyleCnt="0"/>
      <dgm:spPr/>
    </dgm:pt>
    <dgm:pt modelId="{60EC1096-08A4-0E4E-836B-7D7E145DAC0E}" type="pres">
      <dgm:prSet presAssocID="{9030C648-60E8-684D-BE78-7469669CA920}" presName="DropPin" presStyleLbl="alignNode1" presStyleIdx="0" presStyleCnt="6"/>
      <dgm:spPr/>
    </dgm:pt>
    <dgm:pt modelId="{843AC8C4-3DA1-C64F-9561-E8D879A31462}" type="pres">
      <dgm:prSet presAssocID="{9030C648-60E8-684D-BE78-7469669CA920}" presName="Ellipse" presStyleLbl="fgAcc1" presStyleIdx="0" presStyleCnt="6"/>
      <dgm:spPr/>
    </dgm:pt>
    <dgm:pt modelId="{3F728689-5F35-3646-B85A-B6DCB0BC74E4}" type="pres">
      <dgm:prSet presAssocID="{9030C648-60E8-684D-BE78-7469669CA920}" presName="L2TextContainer" presStyleLbl="revTx" presStyleIdx="0" presStyleCnt="12">
        <dgm:presLayoutVars>
          <dgm:bulletEnabled val="1"/>
        </dgm:presLayoutVars>
      </dgm:prSet>
      <dgm:spPr/>
    </dgm:pt>
    <dgm:pt modelId="{09FA8EDD-B9AD-F447-B787-92659B22C871}" type="pres">
      <dgm:prSet presAssocID="{9030C648-60E8-684D-BE78-7469669CA920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5D24A6CF-DA12-8D44-82B1-8A82E12A679C}" type="pres">
      <dgm:prSet presAssocID="{9030C648-60E8-684D-BE78-7469669CA920}" presName="ConnectLine" presStyleLbl="dkBgShp" presStyleIdx="2" presStyleCnt="8"/>
      <dgm:spPr/>
    </dgm:pt>
    <dgm:pt modelId="{6666A60A-0DD2-704D-83A6-E8EF4E4B2C5A}" type="pres">
      <dgm:prSet presAssocID="{9030C648-60E8-684D-BE78-7469669CA920}" presName="ConnectorPoint" presStyleCnt="0"/>
      <dgm:spPr/>
    </dgm:pt>
    <dgm:pt modelId="{ECF3623C-C0DD-F64E-81EE-636E5C115B6B}" type="pres">
      <dgm:prSet presAssocID="{9030C648-60E8-684D-BE78-7469669CA920}" presName="Bullet" presStyleLbl="lnNode1" presStyleIdx="0" presStyleCnt="6"/>
      <dgm:spPr/>
    </dgm:pt>
    <dgm:pt modelId="{A272DE27-ED01-8542-BC32-67805245A505}" type="pres">
      <dgm:prSet presAssocID="{9030C648-60E8-684D-BE78-7469669CA920}" presName="EmptyPlaceHolder" presStyleCnt="0"/>
      <dgm:spPr/>
    </dgm:pt>
    <dgm:pt modelId="{A7C7BD6D-9993-ED40-AF39-A9524D6E329D}" type="pres">
      <dgm:prSet presAssocID="{5C1CF185-B017-9B40-BADA-CD495C5521C4}" presName="spaceBetweenRectangles" presStyleCnt="0"/>
      <dgm:spPr/>
    </dgm:pt>
    <dgm:pt modelId="{47F87666-43D7-8144-8F8D-635565094328}" type="pres">
      <dgm:prSet presAssocID="{47629A00-F0AF-184F-9A0C-E3B224E7E370}" presName="composite" presStyleCnt="0"/>
      <dgm:spPr/>
    </dgm:pt>
    <dgm:pt modelId="{96F6D8FF-81B8-9C40-9B10-82C241F6497C}" type="pres">
      <dgm:prSet presAssocID="{47629A00-F0AF-184F-9A0C-E3B224E7E370}" presName="DropPinPlaceHolder" presStyleCnt="0"/>
      <dgm:spPr/>
    </dgm:pt>
    <dgm:pt modelId="{869C19DA-5A93-EB41-BCC3-A9640AD7D963}" type="pres">
      <dgm:prSet presAssocID="{47629A00-F0AF-184F-9A0C-E3B224E7E370}" presName="DropPin" presStyleLbl="alignNode1" presStyleIdx="1" presStyleCnt="6"/>
      <dgm:spPr/>
    </dgm:pt>
    <dgm:pt modelId="{C9668EFB-BC19-DF42-858C-86F3A3B42C6E}" type="pres">
      <dgm:prSet presAssocID="{47629A00-F0AF-184F-9A0C-E3B224E7E370}" presName="Ellipse" presStyleLbl="fgAcc1" presStyleIdx="1" presStyleCnt="6"/>
      <dgm:spPr/>
    </dgm:pt>
    <dgm:pt modelId="{17FD2EDE-C9CC-4D46-907E-BC68FC37B950}" type="pres">
      <dgm:prSet presAssocID="{47629A00-F0AF-184F-9A0C-E3B224E7E370}" presName="L2TextContainer" presStyleLbl="revTx" presStyleIdx="2" presStyleCnt="12">
        <dgm:presLayoutVars>
          <dgm:bulletEnabled val="1"/>
        </dgm:presLayoutVars>
      </dgm:prSet>
      <dgm:spPr/>
    </dgm:pt>
    <dgm:pt modelId="{4586C572-0BCE-D248-A16A-8AB1C558E7C5}" type="pres">
      <dgm:prSet presAssocID="{47629A00-F0AF-184F-9A0C-E3B224E7E370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AA6FEF77-5B5E-A24C-8595-2A64FA8EE65F}" type="pres">
      <dgm:prSet presAssocID="{47629A00-F0AF-184F-9A0C-E3B224E7E370}" presName="ConnectLine" presStyleLbl="dkBgShp" presStyleIdx="3" presStyleCnt="8"/>
      <dgm:spPr/>
    </dgm:pt>
    <dgm:pt modelId="{477D0C06-97BE-E949-A059-83FE04EDC0A6}" type="pres">
      <dgm:prSet presAssocID="{47629A00-F0AF-184F-9A0C-E3B224E7E370}" presName="ConnectorPoint" presStyleCnt="0"/>
      <dgm:spPr/>
    </dgm:pt>
    <dgm:pt modelId="{77202FDB-DBC8-0441-90E3-805D7176D261}" type="pres">
      <dgm:prSet presAssocID="{47629A00-F0AF-184F-9A0C-E3B224E7E370}" presName="Bullet" presStyleLbl="lnNode1" presStyleIdx="1" presStyleCnt="6"/>
      <dgm:spPr/>
    </dgm:pt>
    <dgm:pt modelId="{6555345D-726A-6F4F-9D2C-7CD3B6863E52}" type="pres">
      <dgm:prSet presAssocID="{47629A00-F0AF-184F-9A0C-E3B224E7E370}" presName="EmptyPlaceHolder" presStyleCnt="0"/>
      <dgm:spPr/>
    </dgm:pt>
    <dgm:pt modelId="{12B9AD6D-148E-0A4B-9564-65426613BC66}" type="pres">
      <dgm:prSet presAssocID="{457836A3-30C0-D948-A9C7-9631A05DA802}" presName="spaceBetweenRectangles" presStyleCnt="0"/>
      <dgm:spPr/>
    </dgm:pt>
    <dgm:pt modelId="{C1D922D3-F43A-6B4A-B4AB-484D0114E9BC}" type="pres">
      <dgm:prSet presAssocID="{B6C25520-A3FD-6148-A2B7-C9919B01B6DC}" presName="composite" presStyleCnt="0"/>
      <dgm:spPr/>
    </dgm:pt>
    <dgm:pt modelId="{0F6F7954-E308-1F48-BA04-8F3092BD55F1}" type="pres">
      <dgm:prSet presAssocID="{B6C25520-A3FD-6148-A2B7-C9919B01B6DC}" presName="DropPinPlaceHolder" presStyleCnt="0"/>
      <dgm:spPr/>
    </dgm:pt>
    <dgm:pt modelId="{3DBDB872-BBAE-7640-8B02-EA500C70A6C6}" type="pres">
      <dgm:prSet presAssocID="{B6C25520-A3FD-6148-A2B7-C9919B01B6DC}" presName="DropPin" presStyleLbl="alignNode1" presStyleIdx="2" presStyleCnt="6"/>
      <dgm:spPr/>
    </dgm:pt>
    <dgm:pt modelId="{C200AEC8-8251-3C49-9483-FBE6E83282C0}" type="pres">
      <dgm:prSet presAssocID="{B6C25520-A3FD-6148-A2B7-C9919B01B6DC}" presName="Ellipse" presStyleLbl="fgAcc1" presStyleIdx="2" presStyleCnt="6"/>
      <dgm:spPr/>
    </dgm:pt>
    <dgm:pt modelId="{0D3223FB-15C3-ED41-90D1-A631CA83FCD7}" type="pres">
      <dgm:prSet presAssocID="{B6C25520-A3FD-6148-A2B7-C9919B01B6DC}" presName="L2TextContainer" presStyleLbl="revTx" presStyleIdx="4" presStyleCnt="12">
        <dgm:presLayoutVars>
          <dgm:bulletEnabled val="1"/>
        </dgm:presLayoutVars>
      </dgm:prSet>
      <dgm:spPr/>
    </dgm:pt>
    <dgm:pt modelId="{01220DCF-E88A-2D48-A521-E32FEB7BF8AE}" type="pres">
      <dgm:prSet presAssocID="{B6C25520-A3FD-6148-A2B7-C9919B01B6DC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7C6A026B-A61F-054E-8512-11A46F084F6D}" type="pres">
      <dgm:prSet presAssocID="{B6C25520-A3FD-6148-A2B7-C9919B01B6DC}" presName="ConnectLine" presStyleLbl="dkBgShp" presStyleIdx="4" presStyleCnt="8"/>
      <dgm:spPr/>
    </dgm:pt>
    <dgm:pt modelId="{7C48B956-20B9-754B-8DB7-ECFF101478AC}" type="pres">
      <dgm:prSet presAssocID="{B6C25520-A3FD-6148-A2B7-C9919B01B6DC}" presName="ConnectorPoint" presStyleCnt="0"/>
      <dgm:spPr/>
    </dgm:pt>
    <dgm:pt modelId="{6AA30E44-A91D-A44B-927E-C52D4B8A07F7}" type="pres">
      <dgm:prSet presAssocID="{B6C25520-A3FD-6148-A2B7-C9919B01B6DC}" presName="Bullet" presStyleLbl="lnNode1" presStyleIdx="2" presStyleCnt="6"/>
      <dgm:spPr/>
    </dgm:pt>
    <dgm:pt modelId="{71241303-CFC5-E54C-BFA8-4B47F545B9A0}" type="pres">
      <dgm:prSet presAssocID="{B6C25520-A3FD-6148-A2B7-C9919B01B6DC}" presName="EmptyPlaceHolder" presStyleCnt="0"/>
      <dgm:spPr/>
    </dgm:pt>
    <dgm:pt modelId="{A3319EE5-CE8A-964A-91C2-B8E24D372C59}" type="pres">
      <dgm:prSet presAssocID="{41BF7297-919F-8442-8C28-B37577351A23}" presName="spaceBetweenRectangles" presStyleCnt="0"/>
      <dgm:spPr/>
    </dgm:pt>
    <dgm:pt modelId="{A8B230AF-0EBF-1942-B13A-54D1FA603959}" type="pres">
      <dgm:prSet presAssocID="{157F89D2-08C0-5D44-8B0A-3A0DAE4D34D1}" presName="composite" presStyleCnt="0"/>
      <dgm:spPr/>
    </dgm:pt>
    <dgm:pt modelId="{DC496BA6-5F49-5549-9FD3-958C05DC7F01}" type="pres">
      <dgm:prSet presAssocID="{157F89D2-08C0-5D44-8B0A-3A0DAE4D34D1}" presName="DropPinPlaceHolder" presStyleCnt="0"/>
      <dgm:spPr/>
    </dgm:pt>
    <dgm:pt modelId="{DF5485A7-AB21-DB48-A264-63465F3C1CAF}" type="pres">
      <dgm:prSet presAssocID="{157F89D2-08C0-5D44-8B0A-3A0DAE4D34D1}" presName="DropPin" presStyleLbl="alignNode1" presStyleIdx="3" presStyleCnt="6"/>
      <dgm:spPr/>
    </dgm:pt>
    <dgm:pt modelId="{6B62D59E-5622-A34A-A8F6-07ED63A7ACBB}" type="pres">
      <dgm:prSet presAssocID="{157F89D2-08C0-5D44-8B0A-3A0DAE4D34D1}" presName="Ellipse" presStyleLbl="fgAcc1" presStyleIdx="3" presStyleCnt="6"/>
      <dgm:spPr/>
    </dgm:pt>
    <dgm:pt modelId="{A9F1F793-71F2-B24B-9980-235BB2ECB71C}" type="pres">
      <dgm:prSet presAssocID="{157F89D2-08C0-5D44-8B0A-3A0DAE4D34D1}" presName="L2TextContainer" presStyleLbl="revTx" presStyleIdx="6" presStyleCnt="12">
        <dgm:presLayoutVars>
          <dgm:bulletEnabled val="1"/>
        </dgm:presLayoutVars>
      </dgm:prSet>
      <dgm:spPr/>
    </dgm:pt>
    <dgm:pt modelId="{E9E42FF9-C5F8-E242-88C2-615852485E15}" type="pres">
      <dgm:prSet presAssocID="{157F89D2-08C0-5D44-8B0A-3A0DAE4D34D1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5943DA73-4BEA-3549-852D-496CC0C2A6C0}" type="pres">
      <dgm:prSet presAssocID="{157F89D2-08C0-5D44-8B0A-3A0DAE4D34D1}" presName="ConnectLine" presStyleLbl="dkBgShp" presStyleIdx="5" presStyleCnt="8"/>
      <dgm:spPr/>
    </dgm:pt>
    <dgm:pt modelId="{53AA0B8D-1D55-F345-9755-FB667E940E57}" type="pres">
      <dgm:prSet presAssocID="{157F89D2-08C0-5D44-8B0A-3A0DAE4D34D1}" presName="ConnectorPoint" presStyleCnt="0"/>
      <dgm:spPr/>
    </dgm:pt>
    <dgm:pt modelId="{5F7D565A-A3F4-D847-878A-D95F8C402D47}" type="pres">
      <dgm:prSet presAssocID="{157F89D2-08C0-5D44-8B0A-3A0DAE4D34D1}" presName="Bullet" presStyleLbl="lnNode1" presStyleIdx="3" presStyleCnt="6"/>
      <dgm:spPr/>
    </dgm:pt>
    <dgm:pt modelId="{6B3A0B6D-A087-E44B-95AC-0C134FC8DD15}" type="pres">
      <dgm:prSet presAssocID="{157F89D2-08C0-5D44-8B0A-3A0DAE4D34D1}" presName="EmptyPlaceHolder" presStyleCnt="0"/>
      <dgm:spPr/>
    </dgm:pt>
    <dgm:pt modelId="{2335AC66-7925-CE4E-81FB-DFEDFCA585CA}" type="pres">
      <dgm:prSet presAssocID="{1E47CC9E-37C8-894A-B9E4-093EB60177CF}" presName="spaceBetweenRectangles" presStyleCnt="0"/>
      <dgm:spPr/>
    </dgm:pt>
    <dgm:pt modelId="{88EAEEB2-949E-E743-AB3C-5451CF01176C}" type="pres">
      <dgm:prSet presAssocID="{C728F16A-300C-2B42-B359-06035EC6946C}" presName="composite" presStyleCnt="0"/>
      <dgm:spPr/>
    </dgm:pt>
    <dgm:pt modelId="{C7A9410A-7E57-D14F-B00B-EEA19C68978A}" type="pres">
      <dgm:prSet presAssocID="{C728F16A-300C-2B42-B359-06035EC6946C}" presName="DropPinPlaceHolder" presStyleCnt="0"/>
      <dgm:spPr/>
    </dgm:pt>
    <dgm:pt modelId="{DF3D7279-4F2D-FB46-980A-4E73FAB646F6}" type="pres">
      <dgm:prSet presAssocID="{C728F16A-300C-2B42-B359-06035EC6946C}" presName="DropPin" presStyleLbl="alignNode1" presStyleIdx="4" presStyleCnt="6"/>
      <dgm:spPr/>
    </dgm:pt>
    <dgm:pt modelId="{3003FA66-8CFE-A546-BF54-8B3D34F4811F}" type="pres">
      <dgm:prSet presAssocID="{C728F16A-300C-2B42-B359-06035EC6946C}" presName="Ellipse" presStyleLbl="fgAcc1" presStyleIdx="4" presStyleCnt="6"/>
      <dgm:spPr/>
    </dgm:pt>
    <dgm:pt modelId="{E5B4365E-6902-9945-B349-D68B533287F1}" type="pres">
      <dgm:prSet presAssocID="{C728F16A-300C-2B42-B359-06035EC6946C}" presName="L2TextContainer" presStyleLbl="revTx" presStyleIdx="8" presStyleCnt="12">
        <dgm:presLayoutVars>
          <dgm:bulletEnabled val="1"/>
        </dgm:presLayoutVars>
      </dgm:prSet>
      <dgm:spPr/>
    </dgm:pt>
    <dgm:pt modelId="{BE702DAE-3424-9C4F-9D16-052397BDA6A4}" type="pres">
      <dgm:prSet presAssocID="{C728F16A-300C-2B42-B359-06035EC6946C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E4840B3B-C3FD-2246-8F70-9E8347359904}" type="pres">
      <dgm:prSet presAssocID="{C728F16A-300C-2B42-B359-06035EC6946C}" presName="ConnectLine" presStyleLbl="dkBgShp" presStyleIdx="6" presStyleCnt="8"/>
      <dgm:spPr/>
    </dgm:pt>
    <dgm:pt modelId="{FDF02E2A-A20C-FB4E-A8C7-B75BDD72324E}" type="pres">
      <dgm:prSet presAssocID="{C728F16A-300C-2B42-B359-06035EC6946C}" presName="ConnectorPoint" presStyleCnt="0"/>
      <dgm:spPr/>
    </dgm:pt>
    <dgm:pt modelId="{81343314-BAF1-7941-855D-C99A6EAD9A76}" type="pres">
      <dgm:prSet presAssocID="{C728F16A-300C-2B42-B359-06035EC6946C}" presName="Bullet" presStyleLbl="lnNode1" presStyleIdx="4" presStyleCnt="6"/>
      <dgm:spPr/>
    </dgm:pt>
    <dgm:pt modelId="{A622B915-932D-8549-A855-7747C3114D15}" type="pres">
      <dgm:prSet presAssocID="{C728F16A-300C-2B42-B359-06035EC6946C}" presName="EmptyPlaceHolder" presStyleCnt="0"/>
      <dgm:spPr/>
    </dgm:pt>
    <dgm:pt modelId="{D405DECE-D9EA-F444-BF0A-6A352E2B8577}" type="pres">
      <dgm:prSet presAssocID="{EBF199B8-A40C-B84D-830A-C5CC3ABDAB55}" presName="spaceBetweenRectangles" presStyleCnt="0"/>
      <dgm:spPr/>
    </dgm:pt>
    <dgm:pt modelId="{6BB6D5B5-EFAD-5F4B-9946-94D853F2C7D3}" type="pres">
      <dgm:prSet presAssocID="{C722E2D0-B94A-7C4F-BAA0-1591B5AD60C6}" presName="composite" presStyleCnt="0"/>
      <dgm:spPr/>
    </dgm:pt>
    <dgm:pt modelId="{DE0B8ECD-12A1-204A-AFBD-621901B6F0E4}" type="pres">
      <dgm:prSet presAssocID="{C722E2D0-B94A-7C4F-BAA0-1591B5AD60C6}" presName="DropPinPlaceHolder" presStyleCnt="0"/>
      <dgm:spPr/>
    </dgm:pt>
    <dgm:pt modelId="{E429D45E-BD0F-074C-894D-2EBACF8A6226}" type="pres">
      <dgm:prSet presAssocID="{C722E2D0-B94A-7C4F-BAA0-1591B5AD60C6}" presName="DropPin" presStyleLbl="alignNode1" presStyleIdx="5" presStyleCnt="6"/>
      <dgm:spPr/>
    </dgm:pt>
    <dgm:pt modelId="{5E117B84-F3D4-4741-8F78-D43A69A40A5C}" type="pres">
      <dgm:prSet presAssocID="{C722E2D0-B94A-7C4F-BAA0-1591B5AD60C6}" presName="Ellipse" presStyleLbl="fgAcc1" presStyleIdx="5" presStyleCnt="6"/>
      <dgm:spPr/>
    </dgm:pt>
    <dgm:pt modelId="{7002BB8C-DD40-5C4A-8C36-BE6418CBFFF2}" type="pres">
      <dgm:prSet presAssocID="{C722E2D0-B94A-7C4F-BAA0-1591B5AD60C6}" presName="L2TextContainer" presStyleLbl="revTx" presStyleIdx="10" presStyleCnt="12">
        <dgm:presLayoutVars>
          <dgm:bulletEnabled val="1"/>
        </dgm:presLayoutVars>
      </dgm:prSet>
      <dgm:spPr/>
    </dgm:pt>
    <dgm:pt modelId="{9C7E92B0-4169-0F45-B97A-E0B0EBA5AC93}" type="pres">
      <dgm:prSet presAssocID="{C722E2D0-B94A-7C4F-BAA0-1591B5AD60C6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0FC7B7CC-F2A3-2849-9436-EF60DC0FFB7B}" type="pres">
      <dgm:prSet presAssocID="{C722E2D0-B94A-7C4F-BAA0-1591B5AD60C6}" presName="ConnectLine" presStyleLbl="dkBgShp" presStyleIdx="7" presStyleCnt="8"/>
      <dgm:spPr/>
    </dgm:pt>
    <dgm:pt modelId="{671C0C18-D7FF-354C-ACAD-D586C1FE86B9}" type="pres">
      <dgm:prSet presAssocID="{C722E2D0-B94A-7C4F-BAA0-1591B5AD60C6}" presName="ConnectorPoint" presStyleCnt="0"/>
      <dgm:spPr/>
    </dgm:pt>
    <dgm:pt modelId="{D9E814A6-4B9C-FD46-8D4E-DE130ED14B84}" type="pres">
      <dgm:prSet presAssocID="{C722E2D0-B94A-7C4F-BAA0-1591B5AD60C6}" presName="Bullet" presStyleLbl="lnNode1" presStyleIdx="5" presStyleCnt="6"/>
      <dgm:spPr/>
    </dgm:pt>
    <dgm:pt modelId="{ED788261-AF71-BE49-9DD7-64655C8AFE45}" type="pres">
      <dgm:prSet presAssocID="{C722E2D0-B94A-7C4F-BAA0-1591B5AD60C6}" presName="EmptyPlaceHolder" presStyleCnt="0"/>
      <dgm:spPr/>
    </dgm:pt>
  </dgm:ptLst>
  <dgm:cxnLst>
    <dgm:cxn modelId="{0D0ED00F-20B4-A74C-ACF5-AABB749744D8}" srcId="{9030C648-60E8-684D-BE78-7469669CA920}" destId="{F68062A7-384B-3847-99F4-53C19D97C771}" srcOrd="0" destOrd="0" parTransId="{C119B2B5-23FB-9B4B-A87B-F51A27937730}" sibTransId="{6F3C1550-0AA3-C847-BD2C-2CE68C45F5A6}"/>
    <dgm:cxn modelId="{3AABDA19-D812-2A42-8CFB-CBA2588F3515}" type="presOf" srcId="{911453DB-E0E9-0947-80D7-237CA6AB2E1D}" destId="{A9F1F793-71F2-B24B-9980-235BB2ECB71C}" srcOrd="0" destOrd="0" presId="urn:microsoft.com/office/officeart/2024/layout/BulletTimelineInverted"/>
    <dgm:cxn modelId="{6A56A71D-131A-664B-854A-6B379492242B}" srcId="{47629A00-F0AF-184F-9A0C-E3B224E7E370}" destId="{15743DA0-2684-1243-84CA-90D9ABA48576}" srcOrd="0" destOrd="0" parTransId="{84CE6D49-8B97-8F4D-BECB-F870BA056878}" sibTransId="{1CA8FEB3-F8F0-2148-BCED-0B4F1FEA0E15}"/>
    <dgm:cxn modelId="{A354CD2A-B2CC-E348-9A0E-60F5C74DEB45}" srcId="{D994DD8B-0BAA-3A46-AFE6-1557146D0048}" destId="{9030C648-60E8-684D-BE78-7469669CA920}" srcOrd="0" destOrd="0" parTransId="{ECCDE67D-AE03-8F4C-BAAE-6681B6F6DEC4}" sibTransId="{5C1CF185-B017-9B40-BADA-CD495C5521C4}"/>
    <dgm:cxn modelId="{1C346B42-F39B-B44F-84D3-1ED14C6CB290}" type="presOf" srcId="{C722E2D0-B94A-7C4F-BAA0-1591B5AD60C6}" destId="{9C7E92B0-4169-0F45-B97A-E0B0EBA5AC93}" srcOrd="0" destOrd="0" presId="urn:microsoft.com/office/officeart/2024/layout/BulletTimelineInverted"/>
    <dgm:cxn modelId="{D3326C52-BB14-524E-95DB-5D8707ED7061}" type="presOf" srcId="{9030C648-60E8-684D-BE78-7469669CA920}" destId="{09FA8EDD-B9AD-F447-B787-92659B22C871}" srcOrd="0" destOrd="0" presId="urn:microsoft.com/office/officeart/2024/layout/BulletTimelineInverted"/>
    <dgm:cxn modelId="{62D6AA64-737A-F24B-B81C-424C713B45B2}" srcId="{157F89D2-08C0-5D44-8B0A-3A0DAE4D34D1}" destId="{911453DB-E0E9-0947-80D7-237CA6AB2E1D}" srcOrd="0" destOrd="0" parTransId="{06283CB4-364F-204B-983A-820BA9139973}" sibTransId="{16747C5B-EA11-F244-8278-88DFED2A14C4}"/>
    <dgm:cxn modelId="{E5311A77-2EAD-1541-9CF7-906622E07F49}" srcId="{D994DD8B-0BAA-3A46-AFE6-1557146D0048}" destId="{47629A00-F0AF-184F-9A0C-E3B224E7E370}" srcOrd="1" destOrd="0" parTransId="{74746FDD-BCF8-3742-B414-CABFD088047F}" sibTransId="{457836A3-30C0-D948-A9C7-9631A05DA802}"/>
    <dgm:cxn modelId="{AE17DC88-4088-6040-BC42-C9C44607B769}" srcId="{C728F16A-300C-2B42-B359-06035EC6946C}" destId="{E982F913-23E9-024A-AB60-58889020A69A}" srcOrd="0" destOrd="0" parTransId="{8B346072-534E-8B40-A989-5F851D8E7A18}" sibTransId="{0AC989DE-6351-3241-A26D-7768B38ABD9A}"/>
    <dgm:cxn modelId="{E35AD089-AABE-2F4F-B09C-90B0314D7AC3}" srcId="{D994DD8B-0BAA-3A46-AFE6-1557146D0048}" destId="{157F89D2-08C0-5D44-8B0A-3A0DAE4D34D1}" srcOrd="3" destOrd="0" parTransId="{27B1620F-A5E3-E045-AC9E-99A81C879AA7}" sibTransId="{1E47CC9E-37C8-894A-B9E4-093EB60177CF}"/>
    <dgm:cxn modelId="{4009A896-948C-1C4E-BE9A-92FD5B168616}" srcId="{D994DD8B-0BAA-3A46-AFE6-1557146D0048}" destId="{C728F16A-300C-2B42-B359-06035EC6946C}" srcOrd="4" destOrd="0" parTransId="{A92C1863-9560-164A-ADD7-49280263E38E}" sibTransId="{EBF199B8-A40C-B84D-830A-C5CC3ABDAB55}"/>
    <dgm:cxn modelId="{C52DE0A5-0BAB-1E48-934F-BF80650C73B9}" type="presOf" srcId="{F68062A7-384B-3847-99F4-53C19D97C771}" destId="{3F728689-5F35-3646-B85A-B6DCB0BC74E4}" srcOrd="0" destOrd="0" presId="urn:microsoft.com/office/officeart/2024/layout/BulletTimelineInverted"/>
    <dgm:cxn modelId="{7AC63FB1-24B2-7041-9ACA-BAEF0294AC21}" srcId="{B6C25520-A3FD-6148-A2B7-C9919B01B6DC}" destId="{788E00E9-9B2C-D442-9BA5-FFC57A2F5935}" srcOrd="0" destOrd="0" parTransId="{082008CA-A77E-E94E-AD19-7013A8AF6C28}" sibTransId="{ACCC4EC4-5CE9-D84B-B3B0-5F355EAAD68F}"/>
    <dgm:cxn modelId="{031EB6BB-FB99-2547-B491-D80212995251}" type="presOf" srcId="{47629A00-F0AF-184F-9A0C-E3B224E7E370}" destId="{4586C572-0BCE-D248-A16A-8AB1C558E7C5}" srcOrd="0" destOrd="0" presId="urn:microsoft.com/office/officeart/2024/layout/BulletTimelineInverted"/>
    <dgm:cxn modelId="{FDE9DABD-11B3-2A41-BCA6-475C344C820B}" type="presOf" srcId="{B6C25520-A3FD-6148-A2B7-C9919B01B6DC}" destId="{01220DCF-E88A-2D48-A521-E32FEB7BF8AE}" srcOrd="0" destOrd="0" presId="urn:microsoft.com/office/officeart/2024/layout/BulletTimelineInverted"/>
    <dgm:cxn modelId="{9ED838C1-B523-414E-8C66-793CB6EF5CCB}" type="presOf" srcId="{D994DD8B-0BAA-3A46-AFE6-1557146D0048}" destId="{8A3117B5-EDA2-0446-A9E9-EA1CA3C6C4E7}" srcOrd="0" destOrd="0" presId="urn:microsoft.com/office/officeart/2024/layout/BulletTimelineInverted"/>
    <dgm:cxn modelId="{02EC14C9-AE8F-E64C-A676-54309E37C587}" type="presOf" srcId="{788E00E9-9B2C-D442-9BA5-FFC57A2F5935}" destId="{0D3223FB-15C3-ED41-90D1-A631CA83FCD7}" srcOrd="0" destOrd="0" presId="urn:microsoft.com/office/officeart/2024/layout/BulletTimelineInverted"/>
    <dgm:cxn modelId="{5CD1EBDB-2579-9A49-B1E4-EF1CD9B6F90B}" srcId="{D994DD8B-0BAA-3A46-AFE6-1557146D0048}" destId="{C722E2D0-B94A-7C4F-BAA0-1591B5AD60C6}" srcOrd="5" destOrd="0" parTransId="{01F0013B-A548-2246-BAC5-81B40F4D51BF}" sibTransId="{D6DDBEB0-9803-FB47-8B19-4ACB5E68082E}"/>
    <dgm:cxn modelId="{A56964E4-775E-A04B-9005-D4918B7967D6}" type="presOf" srcId="{157F89D2-08C0-5D44-8B0A-3A0DAE4D34D1}" destId="{E9E42FF9-C5F8-E242-88C2-615852485E15}" srcOrd="0" destOrd="0" presId="urn:microsoft.com/office/officeart/2024/layout/BulletTimelineInverted"/>
    <dgm:cxn modelId="{9E7D8CEB-23F1-5D4E-9BE0-D00D93DECC65}" type="presOf" srcId="{E982F913-23E9-024A-AB60-58889020A69A}" destId="{E5B4365E-6902-9945-B349-D68B533287F1}" srcOrd="0" destOrd="0" presId="urn:microsoft.com/office/officeart/2024/layout/BulletTimelineInverted"/>
    <dgm:cxn modelId="{20A256F1-02ED-9B47-9DAE-9F6F2B76EABD}" type="presOf" srcId="{C728F16A-300C-2B42-B359-06035EC6946C}" destId="{BE702DAE-3424-9C4F-9D16-052397BDA6A4}" srcOrd="0" destOrd="0" presId="urn:microsoft.com/office/officeart/2024/layout/BulletTimelineInverted"/>
    <dgm:cxn modelId="{BE3B63F1-EF95-754C-9F9B-C0632549CFA5}" srcId="{D994DD8B-0BAA-3A46-AFE6-1557146D0048}" destId="{B6C25520-A3FD-6148-A2B7-C9919B01B6DC}" srcOrd="2" destOrd="0" parTransId="{4EDE45FE-0725-FC4E-8E25-D1DE5E2F421E}" sibTransId="{41BF7297-919F-8442-8C28-B37577351A23}"/>
    <dgm:cxn modelId="{64438CF8-2C81-E942-AA23-36A1F09EEF9C}" srcId="{C722E2D0-B94A-7C4F-BAA0-1591B5AD60C6}" destId="{971E3825-C7F1-864E-B6A0-4A163E383D21}" srcOrd="0" destOrd="0" parTransId="{5ED4B1D8-086D-9F4A-A2A5-E57EC93BC8B8}" sibTransId="{80F0720A-AD10-A348-9909-C4B6C4C79FE4}"/>
    <dgm:cxn modelId="{78DAE0F8-D3D2-F649-A050-9733512E6947}" type="presOf" srcId="{971E3825-C7F1-864E-B6A0-4A163E383D21}" destId="{7002BB8C-DD40-5C4A-8C36-BE6418CBFFF2}" srcOrd="0" destOrd="0" presId="urn:microsoft.com/office/officeart/2024/layout/BulletTimelineInverted"/>
    <dgm:cxn modelId="{251392FF-8367-924F-9B08-8BC08B24BEAE}" type="presOf" srcId="{15743DA0-2684-1243-84CA-90D9ABA48576}" destId="{17FD2EDE-C9CC-4D46-907E-BC68FC37B950}" srcOrd="0" destOrd="0" presId="urn:microsoft.com/office/officeart/2024/layout/BulletTimelineInverted"/>
    <dgm:cxn modelId="{C8043264-AFFE-D64E-8CBE-FC61C0062481}" type="presParOf" srcId="{8A3117B5-EDA2-0446-A9E9-EA1CA3C6C4E7}" destId="{16C92AE9-0A82-394C-A119-0D94CA17FF17}" srcOrd="0" destOrd="0" presId="urn:microsoft.com/office/officeart/2024/layout/BulletTimelineInverted"/>
    <dgm:cxn modelId="{012EA69F-8C67-4749-AABB-7C6668D8DBB6}" type="presParOf" srcId="{16C92AE9-0A82-394C-A119-0D94CA17FF17}" destId="{E8D507F9-0861-E64D-B4DA-801B2D651962}" srcOrd="0" destOrd="0" presId="urn:microsoft.com/office/officeart/2024/layout/BulletTimelineInverted"/>
    <dgm:cxn modelId="{A26F02B3-FBA0-B94B-B7B3-67A3169CA074}" type="presParOf" srcId="{16C92AE9-0A82-394C-A119-0D94CA17FF17}" destId="{5189F102-509E-E646-8D58-5FE9DA26E215}" srcOrd="1" destOrd="0" presId="urn:microsoft.com/office/officeart/2024/layout/BulletTimelineInverted"/>
    <dgm:cxn modelId="{6BA4AB4C-8730-A040-82EF-89E890618F32}" type="presParOf" srcId="{8A3117B5-EDA2-0446-A9E9-EA1CA3C6C4E7}" destId="{EE0F4331-8F29-674A-80F6-4C78287F38B2}" srcOrd="1" destOrd="0" presId="urn:microsoft.com/office/officeart/2024/layout/BulletTimelineInverted"/>
    <dgm:cxn modelId="{512D69A7-992B-3C4E-AA98-A1E0BA1CCFF3}" type="presParOf" srcId="{EE0F4331-8F29-674A-80F6-4C78287F38B2}" destId="{B5E51C41-83AD-5F45-B6CE-F70530B265F0}" srcOrd="0" destOrd="0" presId="urn:microsoft.com/office/officeart/2024/layout/BulletTimelineInverted"/>
    <dgm:cxn modelId="{33159FB6-1457-2040-998C-1347CE29C82C}" type="presParOf" srcId="{B5E51C41-83AD-5F45-B6CE-F70530B265F0}" destId="{717A32A4-3506-0D43-BD44-848B0688444A}" srcOrd="0" destOrd="0" presId="urn:microsoft.com/office/officeart/2024/layout/BulletTimelineInverted"/>
    <dgm:cxn modelId="{FC578B95-05FA-7944-9BBB-7EC8CC11CF9A}" type="presParOf" srcId="{717A32A4-3506-0D43-BD44-848B0688444A}" destId="{60EC1096-08A4-0E4E-836B-7D7E145DAC0E}" srcOrd="0" destOrd="0" presId="urn:microsoft.com/office/officeart/2024/layout/BulletTimelineInverted"/>
    <dgm:cxn modelId="{9A6EC95C-A19F-704E-A7A4-1DC451FD48F0}" type="presParOf" srcId="{717A32A4-3506-0D43-BD44-848B0688444A}" destId="{843AC8C4-3DA1-C64F-9561-E8D879A31462}" srcOrd="1" destOrd="0" presId="urn:microsoft.com/office/officeart/2024/layout/BulletTimelineInverted"/>
    <dgm:cxn modelId="{6A555A98-5877-5D45-A36A-A271B31F692B}" type="presParOf" srcId="{B5E51C41-83AD-5F45-B6CE-F70530B265F0}" destId="{3F728689-5F35-3646-B85A-B6DCB0BC74E4}" srcOrd="1" destOrd="0" presId="urn:microsoft.com/office/officeart/2024/layout/BulletTimelineInverted"/>
    <dgm:cxn modelId="{9155B849-8028-054C-9AEB-ED648F8E7C43}" type="presParOf" srcId="{B5E51C41-83AD-5F45-B6CE-F70530B265F0}" destId="{09FA8EDD-B9AD-F447-B787-92659B22C871}" srcOrd="2" destOrd="0" presId="urn:microsoft.com/office/officeart/2024/layout/BulletTimelineInverted"/>
    <dgm:cxn modelId="{264C4DA8-8846-D845-B6B2-1C7BDBC63AAD}" type="presParOf" srcId="{B5E51C41-83AD-5F45-B6CE-F70530B265F0}" destId="{5D24A6CF-DA12-8D44-82B1-8A82E12A679C}" srcOrd="3" destOrd="0" presId="urn:microsoft.com/office/officeart/2024/layout/BulletTimelineInverted"/>
    <dgm:cxn modelId="{17864DA8-F386-3449-8F9F-6DB9213DB4FA}" type="presParOf" srcId="{B5E51C41-83AD-5F45-B6CE-F70530B265F0}" destId="{6666A60A-0DD2-704D-83A6-E8EF4E4B2C5A}" srcOrd="4" destOrd="0" presId="urn:microsoft.com/office/officeart/2024/layout/BulletTimelineInverted"/>
    <dgm:cxn modelId="{4DFDFA64-ECBA-5B4E-9A0A-24B00CB7DBF1}" type="presParOf" srcId="{6666A60A-0DD2-704D-83A6-E8EF4E4B2C5A}" destId="{ECF3623C-C0DD-F64E-81EE-636E5C115B6B}" srcOrd="0" destOrd="0" presId="urn:microsoft.com/office/officeart/2024/layout/BulletTimelineInverted"/>
    <dgm:cxn modelId="{B6079089-231D-3A44-9DEE-F7518893674C}" type="presParOf" srcId="{B5E51C41-83AD-5F45-B6CE-F70530B265F0}" destId="{A272DE27-ED01-8542-BC32-67805245A505}" srcOrd="5" destOrd="0" presId="urn:microsoft.com/office/officeart/2024/layout/BulletTimelineInverted"/>
    <dgm:cxn modelId="{68835686-2292-8744-B784-2747097871F7}" type="presParOf" srcId="{EE0F4331-8F29-674A-80F6-4C78287F38B2}" destId="{A7C7BD6D-9993-ED40-AF39-A9524D6E329D}" srcOrd="1" destOrd="0" presId="urn:microsoft.com/office/officeart/2024/layout/BulletTimelineInverted"/>
    <dgm:cxn modelId="{66B63A8B-07AE-0143-99E1-4F593796272E}" type="presParOf" srcId="{EE0F4331-8F29-674A-80F6-4C78287F38B2}" destId="{47F87666-43D7-8144-8F8D-635565094328}" srcOrd="2" destOrd="0" presId="urn:microsoft.com/office/officeart/2024/layout/BulletTimelineInverted"/>
    <dgm:cxn modelId="{F9B27A22-5B94-7E43-975E-3F88511CFBEF}" type="presParOf" srcId="{47F87666-43D7-8144-8F8D-635565094328}" destId="{96F6D8FF-81B8-9C40-9B10-82C241F6497C}" srcOrd="0" destOrd="0" presId="urn:microsoft.com/office/officeart/2024/layout/BulletTimelineInverted"/>
    <dgm:cxn modelId="{1364F0E2-68AB-794B-B9D5-9A35576AE291}" type="presParOf" srcId="{96F6D8FF-81B8-9C40-9B10-82C241F6497C}" destId="{869C19DA-5A93-EB41-BCC3-A9640AD7D963}" srcOrd="0" destOrd="0" presId="urn:microsoft.com/office/officeart/2024/layout/BulletTimelineInverted"/>
    <dgm:cxn modelId="{A1DFF428-11B5-6141-B8E4-DAAA94614B6B}" type="presParOf" srcId="{96F6D8FF-81B8-9C40-9B10-82C241F6497C}" destId="{C9668EFB-BC19-DF42-858C-86F3A3B42C6E}" srcOrd="1" destOrd="0" presId="urn:microsoft.com/office/officeart/2024/layout/BulletTimelineInverted"/>
    <dgm:cxn modelId="{5A775462-4C96-3F47-9667-E70CCFB63349}" type="presParOf" srcId="{47F87666-43D7-8144-8F8D-635565094328}" destId="{17FD2EDE-C9CC-4D46-907E-BC68FC37B950}" srcOrd="1" destOrd="0" presId="urn:microsoft.com/office/officeart/2024/layout/BulletTimelineInverted"/>
    <dgm:cxn modelId="{29994AFA-99F0-2849-8FAD-5BDD10005284}" type="presParOf" srcId="{47F87666-43D7-8144-8F8D-635565094328}" destId="{4586C572-0BCE-D248-A16A-8AB1C558E7C5}" srcOrd="2" destOrd="0" presId="urn:microsoft.com/office/officeart/2024/layout/BulletTimelineInverted"/>
    <dgm:cxn modelId="{93FA5577-5658-FF4E-B440-367D0130894E}" type="presParOf" srcId="{47F87666-43D7-8144-8F8D-635565094328}" destId="{AA6FEF77-5B5E-A24C-8595-2A64FA8EE65F}" srcOrd="3" destOrd="0" presId="urn:microsoft.com/office/officeart/2024/layout/BulletTimelineInverted"/>
    <dgm:cxn modelId="{8E0494D2-D072-EF40-971B-A56C335414A6}" type="presParOf" srcId="{47F87666-43D7-8144-8F8D-635565094328}" destId="{477D0C06-97BE-E949-A059-83FE04EDC0A6}" srcOrd="4" destOrd="0" presId="urn:microsoft.com/office/officeart/2024/layout/BulletTimelineInverted"/>
    <dgm:cxn modelId="{AF3DCB75-4252-AB4C-B392-CFBF8F07C5E5}" type="presParOf" srcId="{477D0C06-97BE-E949-A059-83FE04EDC0A6}" destId="{77202FDB-DBC8-0441-90E3-805D7176D261}" srcOrd="0" destOrd="0" presId="urn:microsoft.com/office/officeart/2024/layout/BulletTimelineInverted"/>
    <dgm:cxn modelId="{3E459683-E726-504C-ACAF-27F4DF1F3B29}" type="presParOf" srcId="{47F87666-43D7-8144-8F8D-635565094328}" destId="{6555345D-726A-6F4F-9D2C-7CD3B6863E52}" srcOrd="5" destOrd="0" presId="urn:microsoft.com/office/officeart/2024/layout/BulletTimelineInverted"/>
    <dgm:cxn modelId="{2C9AEA3F-1522-764D-AAB3-52B68773A2DC}" type="presParOf" srcId="{EE0F4331-8F29-674A-80F6-4C78287F38B2}" destId="{12B9AD6D-148E-0A4B-9564-65426613BC66}" srcOrd="3" destOrd="0" presId="urn:microsoft.com/office/officeart/2024/layout/BulletTimelineInverted"/>
    <dgm:cxn modelId="{59C7541C-CC2A-464D-A27F-D5774DB3525F}" type="presParOf" srcId="{EE0F4331-8F29-674A-80F6-4C78287F38B2}" destId="{C1D922D3-F43A-6B4A-B4AB-484D0114E9BC}" srcOrd="4" destOrd="0" presId="urn:microsoft.com/office/officeart/2024/layout/BulletTimelineInverted"/>
    <dgm:cxn modelId="{EF6F68E5-391F-F346-BB67-1A2AB1B96E45}" type="presParOf" srcId="{C1D922D3-F43A-6B4A-B4AB-484D0114E9BC}" destId="{0F6F7954-E308-1F48-BA04-8F3092BD55F1}" srcOrd="0" destOrd="0" presId="urn:microsoft.com/office/officeart/2024/layout/BulletTimelineInverted"/>
    <dgm:cxn modelId="{E1AF6CAA-B69D-2A43-873F-D987A7EAAFA0}" type="presParOf" srcId="{0F6F7954-E308-1F48-BA04-8F3092BD55F1}" destId="{3DBDB872-BBAE-7640-8B02-EA500C70A6C6}" srcOrd="0" destOrd="0" presId="urn:microsoft.com/office/officeart/2024/layout/BulletTimelineInverted"/>
    <dgm:cxn modelId="{96485002-2A84-F64B-90CE-ED1F38DE2D93}" type="presParOf" srcId="{0F6F7954-E308-1F48-BA04-8F3092BD55F1}" destId="{C200AEC8-8251-3C49-9483-FBE6E83282C0}" srcOrd="1" destOrd="0" presId="urn:microsoft.com/office/officeart/2024/layout/BulletTimelineInverted"/>
    <dgm:cxn modelId="{F0CCBB8B-6500-7C48-ADBB-00160E6DCB7E}" type="presParOf" srcId="{C1D922D3-F43A-6B4A-B4AB-484D0114E9BC}" destId="{0D3223FB-15C3-ED41-90D1-A631CA83FCD7}" srcOrd="1" destOrd="0" presId="urn:microsoft.com/office/officeart/2024/layout/BulletTimelineInverted"/>
    <dgm:cxn modelId="{45231547-A97C-1746-8F29-5C064B9D3BBA}" type="presParOf" srcId="{C1D922D3-F43A-6B4A-B4AB-484D0114E9BC}" destId="{01220DCF-E88A-2D48-A521-E32FEB7BF8AE}" srcOrd="2" destOrd="0" presId="urn:microsoft.com/office/officeart/2024/layout/BulletTimelineInverted"/>
    <dgm:cxn modelId="{86FE349F-8B9B-CD4E-BDB5-1DA9B5A17AFE}" type="presParOf" srcId="{C1D922D3-F43A-6B4A-B4AB-484D0114E9BC}" destId="{7C6A026B-A61F-054E-8512-11A46F084F6D}" srcOrd="3" destOrd="0" presId="urn:microsoft.com/office/officeart/2024/layout/BulletTimelineInverted"/>
    <dgm:cxn modelId="{89887177-1E09-8B49-BD8E-0483712CF999}" type="presParOf" srcId="{C1D922D3-F43A-6B4A-B4AB-484D0114E9BC}" destId="{7C48B956-20B9-754B-8DB7-ECFF101478AC}" srcOrd="4" destOrd="0" presId="urn:microsoft.com/office/officeart/2024/layout/BulletTimelineInverted"/>
    <dgm:cxn modelId="{D80154A5-A49A-4443-A257-6B989A4C97BF}" type="presParOf" srcId="{7C48B956-20B9-754B-8DB7-ECFF101478AC}" destId="{6AA30E44-A91D-A44B-927E-C52D4B8A07F7}" srcOrd="0" destOrd="0" presId="urn:microsoft.com/office/officeart/2024/layout/BulletTimelineInverted"/>
    <dgm:cxn modelId="{1B571F62-75F8-5A4D-8D98-76570D50898A}" type="presParOf" srcId="{C1D922D3-F43A-6B4A-B4AB-484D0114E9BC}" destId="{71241303-CFC5-E54C-BFA8-4B47F545B9A0}" srcOrd="5" destOrd="0" presId="urn:microsoft.com/office/officeart/2024/layout/BulletTimelineInverted"/>
    <dgm:cxn modelId="{D2954D35-F447-E14D-AEFD-DCD094ADF657}" type="presParOf" srcId="{EE0F4331-8F29-674A-80F6-4C78287F38B2}" destId="{A3319EE5-CE8A-964A-91C2-B8E24D372C59}" srcOrd="5" destOrd="0" presId="urn:microsoft.com/office/officeart/2024/layout/BulletTimelineInverted"/>
    <dgm:cxn modelId="{4EE830F6-EAF8-0445-B62E-62C0E181A38F}" type="presParOf" srcId="{EE0F4331-8F29-674A-80F6-4C78287F38B2}" destId="{A8B230AF-0EBF-1942-B13A-54D1FA603959}" srcOrd="6" destOrd="0" presId="urn:microsoft.com/office/officeart/2024/layout/BulletTimelineInverted"/>
    <dgm:cxn modelId="{6356EA6C-1131-C24F-828E-AC251B7F9517}" type="presParOf" srcId="{A8B230AF-0EBF-1942-B13A-54D1FA603959}" destId="{DC496BA6-5F49-5549-9FD3-958C05DC7F01}" srcOrd="0" destOrd="0" presId="urn:microsoft.com/office/officeart/2024/layout/BulletTimelineInverted"/>
    <dgm:cxn modelId="{5941BD13-1330-C640-ABBC-17BCFC6ABA64}" type="presParOf" srcId="{DC496BA6-5F49-5549-9FD3-958C05DC7F01}" destId="{DF5485A7-AB21-DB48-A264-63465F3C1CAF}" srcOrd="0" destOrd="0" presId="urn:microsoft.com/office/officeart/2024/layout/BulletTimelineInverted"/>
    <dgm:cxn modelId="{6034C357-775F-384F-9E69-67708949D850}" type="presParOf" srcId="{DC496BA6-5F49-5549-9FD3-958C05DC7F01}" destId="{6B62D59E-5622-A34A-A8F6-07ED63A7ACBB}" srcOrd="1" destOrd="0" presId="urn:microsoft.com/office/officeart/2024/layout/BulletTimelineInverted"/>
    <dgm:cxn modelId="{9CC9AE2C-252D-D448-BFEA-99E3A97D6164}" type="presParOf" srcId="{A8B230AF-0EBF-1942-B13A-54D1FA603959}" destId="{A9F1F793-71F2-B24B-9980-235BB2ECB71C}" srcOrd="1" destOrd="0" presId="urn:microsoft.com/office/officeart/2024/layout/BulletTimelineInverted"/>
    <dgm:cxn modelId="{BBDC0E77-1148-7644-930B-EA305645D0C1}" type="presParOf" srcId="{A8B230AF-0EBF-1942-B13A-54D1FA603959}" destId="{E9E42FF9-C5F8-E242-88C2-615852485E15}" srcOrd="2" destOrd="0" presId="urn:microsoft.com/office/officeart/2024/layout/BulletTimelineInverted"/>
    <dgm:cxn modelId="{1C087E03-7946-8549-8C53-8BFDCA40936F}" type="presParOf" srcId="{A8B230AF-0EBF-1942-B13A-54D1FA603959}" destId="{5943DA73-4BEA-3549-852D-496CC0C2A6C0}" srcOrd="3" destOrd="0" presId="urn:microsoft.com/office/officeart/2024/layout/BulletTimelineInverted"/>
    <dgm:cxn modelId="{454CDF03-A8B4-2744-AA29-78DB3C9EDF5D}" type="presParOf" srcId="{A8B230AF-0EBF-1942-B13A-54D1FA603959}" destId="{53AA0B8D-1D55-F345-9755-FB667E940E57}" srcOrd="4" destOrd="0" presId="urn:microsoft.com/office/officeart/2024/layout/BulletTimelineInverted"/>
    <dgm:cxn modelId="{F616D0F5-9F6B-6740-BF59-8AA3A35B361C}" type="presParOf" srcId="{53AA0B8D-1D55-F345-9755-FB667E940E57}" destId="{5F7D565A-A3F4-D847-878A-D95F8C402D47}" srcOrd="0" destOrd="0" presId="urn:microsoft.com/office/officeart/2024/layout/BulletTimelineInverted"/>
    <dgm:cxn modelId="{4659A2BF-FE3C-AA44-857B-209381A4545D}" type="presParOf" srcId="{A8B230AF-0EBF-1942-B13A-54D1FA603959}" destId="{6B3A0B6D-A087-E44B-95AC-0C134FC8DD15}" srcOrd="5" destOrd="0" presId="urn:microsoft.com/office/officeart/2024/layout/BulletTimelineInverted"/>
    <dgm:cxn modelId="{F054DBC4-D818-654F-BE03-99E7B68DE504}" type="presParOf" srcId="{EE0F4331-8F29-674A-80F6-4C78287F38B2}" destId="{2335AC66-7925-CE4E-81FB-DFEDFCA585CA}" srcOrd="7" destOrd="0" presId="urn:microsoft.com/office/officeart/2024/layout/BulletTimelineInverted"/>
    <dgm:cxn modelId="{13CECB59-82A8-0048-B177-EDEA515ADE8C}" type="presParOf" srcId="{EE0F4331-8F29-674A-80F6-4C78287F38B2}" destId="{88EAEEB2-949E-E743-AB3C-5451CF01176C}" srcOrd="8" destOrd="0" presId="urn:microsoft.com/office/officeart/2024/layout/BulletTimelineInverted"/>
    <dgm:cxn modelId="{BDCB9F9A-E93D-7446-B521-A74D7F2F13DE}" type="presParOf" srcId="{88EAEEB2-949E-E743-AB3C-5451CF01176C}" destId="{C7A9410A-7E57-D14F-B00B-EEA19C68978A}" srcOrd="0" destOrd="0" presId="urn:microsoft.com/office/officeart/2024/layout/BulletTimelineInverted"/>
    <dgm:cxn modelId="{BCCBC095-0AE3-0F4C-A642-C8037942AE22}" type="presParOf" srcId="{C7A9410A-7E57-D14F-B00B-EEA19C68978A}" destId="{DF3D7279-4F2D-FB46-980A-4E73FAB646F6}" srcOrd="0" destOrd="0" presId="urn:microsoft.com/office/officeart/2024/layout/BulletTimelineInverted"/>
    <dgm:cxn modelId="{2F6EE7D4-79C8-BB49-94C3-9DB3773C7DCB}" type="presParOf" srcId="{C7A9410A-7E57-D14F-B00B-EEA19C68978A}" destId="{3003FA66-8CFE-A546-BF54-8B3D34F4811F}" srcOrd="1" destOrd="0" presId="urn:microsoft.com/office/officeart/2024/layout/BulletTimelineInverted"/>
    <dgm:cxn modelId="{20FB17A9-20EC-0B4A-8667-CABC9199FCC4}" type="presParOf" srcId="{88EAEEB2-949E-E743-AB3C-5451CF01176C}" destId="{E5B4365E-6902-9945-B349-D68B533287F1}" srcOrd="1" destOrd="0" presId="urn:microsoft.com/office/officeart/2024/layout/BulletTimelineInverted"/>
    <dgm:cxn modelId="{FBECF292-70B9-6A42-A3A3-348A69CC7349}" type="presParOf" srcId="{88EAEEB2-949E-E743-AB3C-5451CF01176C}" destId="{BE702DAE-3424-9C4F-9D16-052397BDA6A4}" srcOrd="2" destOrd="0" presId="urn:microsoft.com/office/officeart/2024/layout/BulletTimelineInverted"/>
    <dgm:cxn modelId="{4D4A11E1-64ED-7142-A918-395F40F19379}" type="presParOf" srcId="{88EAEEB2-949E-E743-AB3C-5451CF01176C}" destId="{E4840B3B-C3FD-2246-8F70-9E8347359904}" srcOrd="3" destOrd="0" presId="urn:microsoft.com/office/officeart/2024/layout/BulletTimelineInverted"/>
    <dgm:cxn modelId="{CD7D794D-AF84-2B4E-9E2C-2BF1892E5EA3}" type="presParOf" srcId="{88EAEEB2-949E-E743-AB3C-5451CF01176C}" destId="{FDF02E2A-A20C-FB4E-A8C7-B75BDD72324E}" srcOrd="4" destOrd="0" presId="urn:microsoft.com/office/officeart/2024/layout/BulletTimelineInverted"/>
    <dgm:cxn modelId="{0E727AFE-0943-9448-8BF8-4A34D1D002C4}" type="presParOf" srcId="{FDF02E2A-A20C-FB4E-A8C7-B75BDD72324E}" destId="{81343314-BAF1-7941-855D-C99A6EAD9A76}" srcOrd="0" destOrd="0" presId="urn:microsoft.com/office/officeart/2024/layout/BulletTimelineInverted"/>
    <dgm:cxn modelId="{E8B2E233-F866-0A4C-B75F-16A23471FE3C}" type="presParOf" srcId="{88EAEEB2-949E-E743-AB3C-5451CF01176C}" destId="{A622B915-932D-8549-A855-7747C3114D15}" srcOrd="5" destOrd="0" presId="urn:microsoft.com/office/officeart/2024/layout/BulletTimelineInverted"/>
    <dgm:cxn modelId="{EE214659-5C9F-5542-A37B-5AF8163753BF}" type="presParOf" srcId="{EE0F4331-8F29-674A-80F6-4C78287F38B2}" destId="{D405DECE-D9EA-F444-BF0A-6A352E2B8577}" srcOrd="9" destOrd="0" presId="urn:microsoft.com/office/officeart/2024/layout/BulletTimelineInverted"/>
    <dgm:cxn modelId="{7A7EBD1C-CFD3-E543-B59A-3309CCADB9EC}" type="presParOf" srcId="{EE0F4331-8F29-674A-80F6-4C78287F38B2}" destId="{6BB6D5B5-EFAD-5F4B-9946-94D853F2C7D3}" srcOrd="10" destOrd="0" presId="urn:microsoft.com/office/officeart/2024/layout/BulletTimelineInverted"/>
    <dgm:cxn modelId="{95F9E9D8-0897-324C-8D91-AE61390A52F7}" type="presParOf" srcId="{6BB6D5B5-EFAD-5F4B-9946-94D853F2C7D3}" destId="{DE0B8ECD-12A1-204A-AFBD-621901B6F0E4}" srcOrd="0" destOrd="0" presId="urn:microsoft.com/office/officeart/2024/layout/BulletTimelineInverted"/>
    <dgm:cxn modelId="{EF21DD5C-F337-124A-BEC0-94608581A103}" type="presParOf" srcId="{DE0B8ECD-12A1-204A-AFBD-621901B6F0E4}" destId="{E429D45E-BD0F-074C-894D-2EBACF8A6226}" srcOrd="0" destOrd="0" presId="urn:microsoft.com/office/officeart/2024/layout/BulletTimelineInverted"/>
    <dgm:cxn modelId="{00A5DA4A-4076-7E4C-B385-09834987D1A0}" type="presParOf" srcId="{DE0B8ECD-12A1-204A-AFBD-621901B6F0E4}" destId="{5E117B84-F3D4-4741-8F78-D43A69A40A5C}" srcOrd="1" destOrd="0" presId="urn:microsoft.com/office/officeart/2024/layout/BulletTimelineInverted"/>
    <dgm:cxn modelId="{853A85E8-BFE1-5944-861A-6BBA88C454CD}" type="presParOf" srcId="{6BB6D5B5-EFAD-5F4B-9946-94D853F2C7D3}" destId="{7002BB8C-DD40-5C4A-8C36-BE6418CBFFF2}" srcOrd="1" destOrd="0" presId="urn:microsoft.com/office/officeart/2024/layout/BulletTimelineInverted"/>
    <dgm:cxn modelId="{3AB470D5-2CAF-4944-85D8-0F3161E949BF}" type="presParOf" srcId="{6BB6D5B5-EFAD-5F4B-9946-94D853F2C7D3}" destId="{9C7E92B0-4169-0F45-B97A-E0B0EBA5AC93}" srcOrd="2" destOrd="0" presId="urn:microsoft.com/office/officeart/2024/layout/BulletTimelineInverted"/>
    <dgm:cxn modelId="{99A70D13-B386-C84E-98B6-127ABA9D8ABF}" type="presParOf" srcId="{6BB6D5B5-EFAD-5F4B-9946-94D853F2C7D3}" destId="{0FC7B7CC-F2A3-2849-9436-EF60DC0FFB7B}" srcOrd="3" destOrd="0" presId="urn:microsoft.com/office/officeart/2024/layout/BulletTimelineInverted"/>
    <dgm:cxn modelId="{BFB6194D-2400-0B45-B895-05EAA2DA99F1}" type="presParOf" srcId="{6BB6D5B5-EFAD-5F4B-9946-94D853F2C7D3}" destId="{671C0C18-D7FF-354C-ACAD-D586C1FE86B9}" srcOrd="4" destOrd="0" presId="urn:microsoft.com/office/officeart/2024/layout/BulletTimelineInverted"/>
    <dgm:cxn modelId="{31D3498B-0B51-8C48-AD84-4D373B96510B}" type="presParOf" srcId="{671C0C18-D7FF-354C-ACAD-D586C1FE86B9}" destId="{D9E814A6-4B9C-FD46-8D4E-DE130ED14B84}" srcOrd="0" destOrd="0" presId="urn:microsoft.com/office/officeart/2024/layout/BulletTimelineInverted"/>
    <dgm:cxn modelId="{1B26D942-1E92-1443-AD8A-E6EB46248269}" type="presParOf" srcId="{6BB6D5B5-EFAD-5F4B-9946-94D853F2C7D3}" destId="{ED788261-AF71-BE49-9DD7-64655C8AFE45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CC4A39-C5EF-F143-9619-A225FA4BF259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A876DE6-811B-2F47-B0E9-E01DFCFE832E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Class Imbalance</a:t>
          </a:r>
          <a:br>
            <a:rPr lang="en-DE" sz="1400" dirty="0"/>
          </a:br>
          <a:endParaRPr lang="en-GB" sz="1400" dirty="0"/>
        </a:p>
      </dgm:t>
    </dgm:pt>
    <dgm:pt modelId="{4E85990F-9CEB-5C46-853B-A02BCE740BB6}" type="parTrans" cxnId="{624A2DAF-2776-5640-A1E0-C17D9AAA6F9F}">
      <dgm:prSet/>
      <dgm:spPr/>
      <dgm:t>
        <a:bodyPr/>
        <a:lstStyle/>
        <a:p>
          <a:endParaRPr lang="en-GB" sz="1600"/>
        </a:p>
      </dgm:t>
    </dgm:pt>
    <dgm:pt modelId="{0BDD8B28-E373-9246-B0CB-C7DD1EDAFE98}" type="sibTrans" cxnId="{624A2DAF-2776-5640-A1E0-C17D9AAA6F9F}">
      <dgm:prSet/>
      <dgm:spPr/>
      <dgm:t>
        <a:bodyPr/>
        <a:lstStyle/>
        <a:p>
          <a:endParaRPr lang="en-GB" sz="1600"/>
        </a:p>
      </dgm:t>
    </dgm:pt>
    <dgm:pt modelId="{0D3111F7-3759-0944-8BED-6CC174B971B3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Poor Sensitivity</a:t>
          </a:r>
          <a:br>
            <a:rPr lang="en-DE" sz="1400" dirty="0"/>
          </a:br>
          <a:endParaRPr lang="en-GB" sz="1400" dirty="0"/>
        </a:p>
      </dgm:t>
    </dgm:pt>
    <dgm:pt modelId="{6CBC3E1F-55FF-DB45-92E0-74DCA2AF8834}" type="parTrans" cxnId="{172945ED-ABFC-1045-B5D8-49955B69BEBA}">
      <dgm:prSet/>
      <dgm:spPr/>
      <dgm:t>
        <a:bodyPr/>
        <a:lstStyle/>
        <a:p>
          <a:endParaRPr lang="en-GB" sz="1600"/>
        </a:p>
      </dgm:t>
    </dgm:pt>
    <dgm:pt modelId="{F1B80301-D952-344A-A135-ECD00C93AE83}" type="sibTrans" cxnId="{172945ED-ABFC-1045-B5D8-49955B69BEBA}">
      <dgm:prSet/>
      <dgm:spPr/>
      <dgm:t>
        <a:bodyPr/>
        <a:lstStyle/>
        <a:p>
          <a:endParaRPr lang="en-GB" sz="1600"/>
        </a:p>
      </dgm:t>
    </dgm:pt>
    <dgm:pt modelId="{99D932EA-86F6-D842-94E8-760D4D66716F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Train New Models</a:t>
          </a:r>
          <a:endParaRPr lang="en-GB" sz="1400" dirty="0"/>
        </a:p>
      </dgm:t>
    </dgm:pt>
    <dgm:pt modelId="{6C17879C-0589-984F-81C5-1345B7C3D870}" type="parTrans" cxnId="{FB3A03A5-59FD-8F44-9B48-C151ED5974BD}">
      <dgm:prSet/>
      <dgm:spPr/>
      <dgm:t>
        <a:bodyPr/>
        <a:lstStyle/>
        <a:p>
          <a:endParaRPr lang="en-GB" sz="1600"/>
        </a:p>
      </dgm:t>
    </dgm:pt>
    <dgm:pt modelId="{4B596549-786E-1545-830E-A284072882F6}" type="sibTrans" cxnId="{FB3A03A5-59FD-8F44-9B48-C151ED5974BD}">
      <dgm:prSet/>
      <dgm:spPr/>
      <dgm:t>
        <a:bodyPr/>
        <a:lstStyle/>
        <a:p>
          <a:endParaRPr lang="en-GB" sz="1600"/>
        </a:p>
      </dgm:t>
    </dgm:pt>
    <dgm:pt modelId="{143AE929-6B23-B446-896F-781A1B2B428A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Apply Class Weight</a:t>
          </a:r>
          <a:br>
            <a:rPr lang="en-DE" sz="1400" dirty="0"/>
          </a:br>
          <a:endParaRPr lang="en-GB" sz="1400" dirty="0"/>
        </a:p>
      </dgm:t>
    </dgm:pt>
    <dgm:pt modelId="{7C21A561-596A-834B-94A6-82DF5E804B8B}" type="sibTrans" cxnId="{F01DE83C-8A7D-A143-925F-A87E9DB5DEA6}">
      <dgm:prSet/>
      <dgm:spPr/>
      <dgm:t>
        <a:bodyPr/>
        <a:lstStyle/>
        <a:p>
          <a:endParaRPr lang="en-GB" sz="1600"/>
        </a:p>
      </dgm:t>
    </dgm:pt>
    <dgm:pt modelId="{C3E71FF9-E097-9748-A98C-334311D162EE}" type="parTrans" cxnId="{F01DE83C-8A7D-A143-925F-A87E9DB5DEA6}">
      <dgm:prSet/>
      <dgm:spPr/>
      <dgm:t>
        <a:bodyPr/>
        <a:lstStyle/>
        <a:p>
          <a:endParaRPr lang="en-GB" sz="1600"/>
        </a:p>
      </dgm:t>
    </dgm:pt>
    <dgm:pt modelId="{AC9EF062-3C8F-CB4A-BE72-5D36617E305E}">
      <dgm:prSet phldrT="Write a description of the significance of this event" custT="1"/>
      <dgm:spPr/>
      <dgm:t>
        <a:bodyPr/>
        <a:lstStyle/>
        <a:p>
          <a:pPr>
            <a:defRPr b="1"/>
          </a:pPr>
          <a:endParaRPr lang="en-GB" sz="1600" dirty="0"/>
        </a:p>
      </dgm:t>
    </dgm:pt>
    <dgm:pt modelId="{D5F442A4-8F29-9744-BD3A-713CD86D4C9E}" type="sibTrans" cxnId="{05C39149-2EF6-354A-BB23-B74D95EF219C}">
      <dgm:prSet/>
      <dgm:spPr/>
      <dgm:t>
        <a:bodyPr/>
        <a:lstStyle/>
        <a:p>
          <a:endParaRPr lang="en-GB" sz="1600"/>
        </a:p>
      </dgm:t>
    </dgm:pt>
    <dgm:pt modelId="{334CB1C0-4718-E045-BAE3-7C44CA391AAD}" type="parTrans" cxnId="{05C39149-2EF6-354A-BB23-B74D95EF219C}">
      <dgm:prSet/>
      <dgm:spPr/>
      <dgm:t>
        <a:bodyPr/>
        <a:lstStyle/>
        <a:p>
          <a:endParaRPr lang="en-GB" sz="1600"/>
        </a:p>
      </dgm:t>
    </dgm:pt>
    <dgm:pt modelId="{D1705E62-311E-D24F-BAFF-03ED2BFECBF8}" type="pres">
      <dgm:prSet presAssocID="{CECC4A39-C5EF-F143-9619-A225FA4BF259}" presName="root" presStyleCnt="0">
        <dgm:presLayoutVars>
          <dgm:dir/>
          <dgm:animLvl val="lvl"/>
        </dgm:presLayoutVars>
      </dgm:prSet>
      <dgm:spPr/>
    </dgm:pt>
    <dgm:pt modelId="{9E8D2544-E080-0B43-B6ED-25C66CB0264F}" type="pres">
      <dgm:prSet presAssocID="{CECC4A39-C5EF-F143-9619-A225FA4BF259}" presName="divider" presStyleCnt="0"/>
      <dgm:spPr/>
    </dgm:pt>
    <dgm:pt modelId="{A7F5056C-600B-B842-9AF0-76BED7C05BA3}" type="pres">
      <dgm:prSet presAssocID="{CECC4A39-C5EF-F143-9619-A225FA4BF259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6A7951B-0176-1445-8179-09514FDA1C47}" type="pres">
      <dgm:prSet presAssocID="{CECC4A39-C5EF-F143-9619-A225FA4BF259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AAA7BD-EB57-924A-B18B-DF3B4946725E}" type="pres">
      <dgm:prSet presAssocID="{CECC4A39-C5EF-F143-9619-A225FA4BF259}" presName="nodes" presStyleCnt="0">
        <dgm:presLayoutVars>
          <dgm:chMax/>
          <dgm:chPref/>
          <dgm:animLvl val="lvl"/>
        </dgm:presLayoutVars>
      </dgm:prSet>
      <dgm:spPr/>
    </dgm:pt>
    <dgm:pt modelId="{2F1461BB-3F81-894D-9CC3-1B692AB57972}" type="pres">
      <dgm:prSet presAssocID="{6A876DE6-811B-2F47-B0E9-E01DFCFE832E}" presName="composite" presStyleCnt="0"/>
      <dgm:spPr/>
    </dgm:pt>
    <dgm:pt modelId="{889898FD-5874-4A4F-A574-4AEE536D1856}" type="pres">
      <dgm:prSet presAssocID="{6A876DE6-811B-2F47-B0E9-E01DFCFE832E}" presName="DropPinPlaceHolder" presStyleCnt="0"/>
      <dgm:spPr/>
    </dgm:pt>
    <dgm:pt modelId="{885039F3-B544-B34E-9F34-725B60D554BE}" type="pres">
      <dgm:prSet presAssocID="{6A876DE6-811B-2F47-B0E9-E01DFCFE832E}" presName="DropPin" presStyleLbl="alignNode1" presStyleIdx="0" presStyleCnt="5"/>
      <dgm:spPr/>
    </dgm:pt>
    <dgm:pt modelId="{4C79ECCE-3379-4E48-97DA-B943F210F840}" type="pres">
      <dgm:prSet presAssocID="{6A876DE6-811B-2F47-B0E9-E01DFCFE832E}" presName="Ellipse" presStyleLbl="fgAcc1" presStyleIdx="0" presStyleCnt="5"/>
      <dgm:spPr/>
    </dgm:pt>
    <dgm:pt modelId="{2CE5AAF9-5FEA-D540-9D0A-736B8411473D}" type="pres">
      <dgm:prSet presAssocID="{6A876DE6-811B-2F47-B0E9-E01DFCFE832E}" presName="L2TextContainer" presStyleLbl="revTx" presStyleIdx="0" presStyleCnt="10">
        <dgm:presLayoutVars>
          <dgm:bulletEnabled val="1"/>
        </dgm:presLayoutVars>
      </dgm:prSet>
      <dgm:spPr/>
    </dgm:pt>
    <dgm:pt modelId="{24DEE66B-998D-4445-B5E0-C81ADE602D4A}" type="pres">
      <dgm:prSet presAssocID="{6A876DE6-811B-2F47-B0E9-E01DFCFE832E}" presName="L1TextContainer" presStyleLbl="revTx" presStyleIdx="1" presStyleCnt="10" custLinFactNeighborX="-1848" custLinFactNeighborY="62314">
        <dgm:presLayoutVars>
          <dgm:chMax val="1"/>
          <dgm:chPref val="1"/>
          <dgm:bulletEnabled val="1"/>
        </dgm:presLayoutVars>
      </dgm:prSet>
      <dgm:spPr/>
    </dgm:pt>
    <dgm:pt modelId="{8C87E699-7E42-2F49-9FD9-641BB07A721B}" type="pres">
      <dgm:prSet presAssocID="{6A876DE6-811B-2F47-B0E9-E01DFCFE832E}" presName="ConnectLine" presStyleLbl="dkBgShp" presStyleIdx="2" presStyleCnt="7"/>
      <dgm:spPr/>
    </dgm:pt>
    <dgm:pt modelId="{951012AE-9806-F743-B635-7AB962124D36}" type="pres">
      <dgm:prSet presAssocID="{6A876DE6-811B-2F47-B0E9-E01DFCFE832E}" presName="ConnectorPoint" presStyleCnt="0"/>
      <dgm:spPr/>
    </dgm:pt>
    <dgm:pt modelId="{FD05784C-7DAE-A847-954C-245A5E11ED33}" type="pres">
      <dgm:prSet presAssocID="{6A876DE6-811B-2F47-B0E9-E01DFCFE832E}" presName="Bullet" presStyleLbl="lnNode1" presStyleIdx="0" presStyleCnt="5"/>
      <dgm:spPr/>
    </dgm:pt>
    <dgm:pt modelId="{A2DA3329-31B4-6E42-A49F-B00ECA54D3D8}" type="pres">
      <dgm:prSet presAssocID="{6A876DE6-811B-2F47-B0E9-E01DFCFE832E}" presName="EmptyPlaceHolder" presStyleCnt="0"/>
      <dgm:spPr/>
    </dgm:pt>
    <dgm:pt modelId="{80FFA8F3-D881-2244-9B2A-3DA3C52B27D8}" type="pres">
      <dgm:prSet presAssocID="{0BDD8B28-E373-9246-B0CB-C7DD1EDAFE98}" presName="spaceBetweenRectangles" presStyleCnt="0"/>
      <dgm:spPr/>
    </dgm:pt>
    <dgm:pt modelId="{1B5806C6-1425-D64C-B313-ED7AE2F30DB0}" type="pres">
      <dgm:prSet presAssocID="{0D3111F7-3759-0944-8BED-6CC174B971B3}" presName="composite" presStyleCnt="0"/>
      <dgm:spPr/>
    </dgm:pt>
    <dgm:pt modelId="{0D505BF2-D404-964B-890C-B542EB303CA5}" type="pres">
      <dgm:prSet presAssocID="{0D3111F7-3759-0944-8BED-6CC174B971B3}" presName="DropPinPlaceHolder" presStyleCnt="0"/>
      <dgm:spPr/>
    </dgm:pt>
    <dgm:pt modelId="{8508705D-267A-3F48-8C07-A110D1766A50}" type="pres">
      <dgm:prSet presAssocID="{0D3111F7-3759-0944-8BED-6CC174B971B3}" presName="DropPin" presStyleLbl="alignNode1" presStyleIdx="1" presStyleCnt="5"/>
      <dgm:spPr/>
    </dgm:pt>
    <dgm:pt modelId="{E098D18B-5375-BD49-B907-2E1A7CFCDF18}" type="pres">
      <dgm:prSet presAssocID="{0D3111F7-3759-0944-8BED-6CC174B971B3}" presName="Ellipse" presStyleLbl="fgAcc1" presStyleIdx="1" presStyleCnt="5"/>
      <dgm:spPr/>
    </dgm:pt>
    <dgm:pt modelId="{B3B81355-4F78-6A45-BCF5-40F0E77C2617}" type="pres">
      <dgm:prSet presAssocID="{0D3111F7-3759-0944-8BED-6CC174B971B3}" presName="L2TextContainer" presStyleLbl="revTx" presStyleIdx="2" presStyleCnt="10">
        <dgm:presLayoutVars>
          <dgm:bulletEnabled val="1"/>
        </dgm:presLayoutVars>
      </dgm:prSet>
      <dgm:spPr/>
    </dgm:pt>
    <dgm:pt modelId="{4BACCA35-222A-6C47-B4A5-97A0F384646C}" type="pres">
      <dgm:prSet presAssocID="{0D3111F7-3759-0944-8BED-6CC174B971B3}" presName="L1TextContainer" presStyleLbl="revTx" presStyleIdx="3" presStyleCnt="10" custLinFactNeighborX="-1357" custLinFactNeighborY="92320">
        <dgm:presLayoutVars>
          <dgm:chMax val="1"/>
          <dgm:chPref val="1"/>
          <dgm:bulletEnabled val="1"/>
        </dgm:presLayoutVars>
      </dgm:prSet>
      <dgm:spPr/>
    </dgm:pt>
    <dgm:pt modelId="{09AC780F-6BE8-2841-9120-00BE970B4EB6}" type="pres">
      <dgm:prSet presAssocID="{0D3111F7-3759-0944-8BED-6CC174B971B3}" presName="ConnectLine" presStyleLbl="dkBgShp" presStyleIdx="3" presStyleCnt="7"/>
      <dgm:spPr/>
    </dgm:pt>
    <dgm:pt modelId="{BF8CCAD7-DEAF-2449-B51D-742107E0D5BF}" type="pres">
      <dgm:prSet presAssocID="{0D3111F7-3759-0944-8BED-6CC174B971B3}" presName="ConnectorPoint" presStyleCnt="0"/>
      <dgm:spPr/>
    </dgm:pt>
    <dgm:pt modelId="{0EFE48DE-755A-3E49-9374-C190505D174A}" type="pres">
      <dgm:prSet presAssocID="{0D3111F7-3759-0944-8BED-6CC174B971B3}" presName="Bullet" presStyleLbl="lnNode1" presStyleIdx="1" presStyleCnt="5"/>
      <dgm:spPr/>
    </dgm:pt>
    <dgm:pt modelId="{16444B68-CD25-7947-99C2-DA176C3C94C3}" type="pres">
      <dgm:prSet presAssocID="{0D3111F7-3759-0944-8BED-6CC174B971B3}" presName="EmptyPlaceHolder" presStyleCnt="0"/>
      <dgm:spPr/>
    </dgm:pt>
    <dgm:pt modelId="{78D9A795-E3C2-ED46-84BB-6A5C4D13A684}" type="pres">
      <dgm:prSet presAssocID="{F1B80301-D952-344A-A135-ECD00C93AE83}" presName="spaceBetweenRectangles" presStyleCnt="0"/>
      <dgm:spPr/>
    </dgm:pt>
    <dgm:pt modelId="{C2419741-3D98-8141-8A11-404407FB40A6}" type="pres">
      <dgm:prSet presAssocID="{143AE929-6B23-B446-896F-781A1B2B428A}" presName="composite" presStyleCnt="0"/>
      <dgm:spPr/>
    </dgm:pt>
    <dgm:pt modelId="{5C6A3FF4-2325-EB4D-9DCE-525934BBFF9E}" type="pres">
      <dgm:prSet presAssocID="{143AE929-6B23-B446-896F-781A1B2B428A}" presName="DropPinPlaceHolder" presStyleCnt="0"/>
      <dgm:spPr/>
    </dgm:pt>
    <dgm:pt modelId="{B6DDD182-D70F-2F47-A3E0-0F13D97F4FFB}" type="pres">
      <dgm:prSet presAssocID="{143AE929-6B23-B446-896F-781A1B2B428A}" presName="DropPin" presStyleLbl="alignNode1" presStyleIdx="2" presStyleCnt="5"/>
      <dgm:spPr/>
    </dgm:pt>
    <dgm:pt modelId="{45B5AA79-43C8-A94A-A7BB-852BE93D662F}" type="pres">
      <dgm:prSet presAssocID="{143AE929-6B23-B446-896F-781A1B2B428A}" presName="Ellipse" presStyleLbl="fgAcc1" presStyleIdx="2" presStyleCnt="5"/>
      <dgm:spPr/>
    </dgm:pt>
    <dgm:pt modelId="{5DADDFF9-0B1B-FE4A-8C4E-BD4519460DA5}" type="pres">
      <dgm:prSet presAssocID="{143AE929-6B23-B446-896F-781A1B2B428A}" presName="L2TextContainer" presStyleLbl="revTx" presStyleIdx="4" presStyleCnt="10">
        <dgm:presLayoutVars>
          <dgm:bulletEnabled val="1"/>
        </dgm:presLayoutVars>
      </dgm:prSet>
      <dgm:spPr/>
    </dgm:pt>
    <dgm:pt modelId="{81585169-FB84-2D46-AF02-7C656B7857B9}" type="pres">
      <dgm:prSet presAssocID="{143AE929-6B23-B446-896F-781A1B2B428A}" presName="L1TextContainer" presStyleLbl="revTx" presStyleIdx="5" presStyleCnt="10" custLinFactY="45604" custLinFactNeighborX="-3262" custLinFactNeighborY="100000">
        <dgm:presLayoutVars>
          <dgm:chMax val="1"/>
          <dgm:chPref val="1"/>
          <dgm:bulletEnabled val="1"/>
        </dgm:presLayoutVars>
      </dgm:prSet>
      <dgm:spPr/>
    </dgm:pt>
    <dgm:pt modelId="{D27B74BC-8B0A-4744-B422-B82A5045A1BC}" type="pres">
      <dgm:prSet presAssocID="{143AE929-6B23-B446-896F-781A1B2B428A}" presName="ConnectLine" presStyleLbl="dkBgShp" presStyleIdx="4" presStyleCnt="7"/>
      <dgm:spPr/>
    </dgm:pt>
    <dgm:pt modelId="{B954A24B-F709-7349-89CD-261E7B958895}" type="pres">
      <dgm:prSet presAssocID="{143AE929-6B23-B446-896F-781A1B2B428A}" presName="ConnectorPoint" presStyleCnt="0"/>
      <dgm:spPr/>
    </dgm:pt>
    <dgm:pt modelId="{C5D0FF5D-D210-6E49-AB1A-7EB61024ED7C}" type="pres">
      <dgm:prSet presAssocID="{143AE929-6B23-B446-896F-781A1B2B428A}" presName="Bullet" presStyleLbl="lnNode1" presStyleIdx="2" presStyleCnt="5"/>
      <dgm:spPr/>
    </dgm:pt>
    <dgm:pt modelId="{10A377BA-6002-834F-B7CE-B589658A507A}" type="pres">
      <dgm:prSet presAssocID="{143AE929-6B23-B446-896F-781A1B2B428A}" presName="EmptyPlaceHolder" presStyleCnt="0"/>
      <dgm:spPr/>
    </dgm:pt>
    <dgm:pt modelId="{5CDB43A0-83C0-FD49-9BEE-A8F3649E3950}" type="pres">
      <dgm:prSet presAssocID="{7C21A561-596A-834B-94A6-82DF5E804B8B}" presName="spaceBetweenRectangles" presStyleCnt="0"/>
      <dgm:spPr/>
    </dgm:pt>
    <dgm:pt modelId="{D288D34E-46A6-2A4D-AA2D-E3CACC4AF4E7}" type="pres">
      <dgm:prSet presAssocID="{AC9EF062-3C8F-CB4A-BE72-5D36617E305E}" presName="composite" presStyleCnt="0"/>
      <dgm:spPr/>
    </dgm:pt>
    <dgm:pt modelId="{561B1F62-9544-CA4E-8B10-DFFB7D36D6C3}" type="pres">
      <dgm:prSet presAssocID="{AC9EF062-3C8F-CB4A-BE72-5D36617E305E}" presName="DropPinPlaceHolder" presStyleCnt="0"/>
      <dgm:spPr/>
    </dgm:pt>
    <dgm:pt modelId="{AF259B45-8B05-D348-9B2E-25A26CD48327}" type="pres">
      <dgm:prSet presAssocID="{AC9EF062-3C8F-CB4A-BE72-5D36617E305E}" presName="DropPin" presStyleLbl="alignNode1" presStyleIdx="3" presStyleCnt="5"/>
      <dgm:spPr/>
    </dgm:pt>
    <dgm:pt modelId="{B05159C2-1D1B-E448-AC0C-D531D9C72E32}" type="pres">
      <dgm:prSet presAssocID="{AC9EF062-3C8F-CB4A-BE72-5D36617E305E}" presName="Ellipse" presStyleLbl="fgAcc1" presStyleIdx="3" presStyleCnt="5"/>
      <dgm:spPr/>
    </dgm:pt>
    <dgm:pt modelId="{3A8FCF43-B741-9B44-AA15-C8281447774A}" type="pres">
      <dgm:prSet presAssocID="{AC9EF062-3C8F-CB4A-BE72-5D36617E305E}" presName="L2TextContainer" presStyleLbl="revTx" presStyleIdx="6" presStyleCnt="10">
        <dgm:presLayoutVars>
          <dgm:bulletEnabled val="1"/>
        </dgm:presLayoutVars>
      </dgm:prSet>
      <dgm:spPr/>
    </dgm:pt>
    <dgm:pt modelId="{D1906E9E-855C-7246-88C4-E5BCEEC93441}" type="pres">
      <dgm:prSet presAssocID="{AC9EF062-3C8F-CB4A-BE72-5D36617E305E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D323C4A2-C59B-A148-AAE3-1221B3E474E3}" type="pres">
      <dgm:prSet presAssocID="{AC9EF062-3C8F-CB4A-BE72-5D36617E305E}" presName="ConnectLine" presStyleLbl="dkBgShp" presStyleIdx="5" presStyleCnt="7"/>
      <dgm:spPr/>
    </dgm:pt>
    <dgm:pt modelId="{3B0D9A36-369B-B34B-BDF8-C623594C4F69}" type="pres">
      <dgm:prSet presAssocID="{AC9EF062-3C8F-CB4A-BE72-5D36617E305E}" presName="ConnectorPoint" presStyleCnt="0"/>
      <dgm:spPr/>
    </dgm:pt>
    <dgm:pt modelId="{B06FF64F-F52C-8B49-89A6-08FE37DBAA36}" type="pres">
      <dgm:prSet presAssocID="{AC9EF062-3C8F-CB4A-BE72-5D36617E305E}" presName="Bullet" presStyleLbl="lnNode1" presStyleIdx="3" presStyleCnt="5"/>
      <dgm:spPr/>
    </dgm:pt>
    <dgm:pt modelId="{E9F3FB32-1D3C-DE44-ACE2-A8C9973D493B}" type="pres">
      <dgm:prSet presAssocID="{AC9EF062-3C8F-CB4A-BE72-5D36617E305E}" presName="EmptyPlaceHolder" presStyleCnt="0"/>
      <dgm:spPr/>
    </dgm:pt>
    <dgm:pt modelId="{664ACD06-AC9C-7C40-BAC6-C2F103F7CE31}" type="pres">
      <dgm:prSet presAssocID="{D5F442A4-8F29-9744-BD3A-713CD86D4C9E}" presName="spaceBetweenRectangles" presStyleCnt="0"/>
      <dgm:spPr/>
    </dgm:pt>
    <dgm:pt modelId="{E7AFAE84-6D07-B648-8FA0-DA415654E008}" type="pres">
      <dgm:prSet presAssocID="{99D932EA-86F6-D842-94E8-760D4D66716F}" presName="composite" presStyleCnt="0"/>
      <dgm:spPr/>
    </dgm:pt>
    <dgm:pt modelId="{AA086912-FC32-0F40-A401-8DF66969F377}" type="pres">
      <dgm:prSet presAssocID="{99D932EA-86F6-D842-94E8-760D4D66716F}" presName="DropPinPlaceHolder" presStyleCnt="0"/>
      <dgm:spPr/>
    </dgm:pt>
    <dgm:pt modelId="{ECB79B1F-8457-C340-B999-1EECB06CE4A5}" type="pres">
      <dgm:prSet presAssocID="{99D932EA-86F6-D842-94E8-760D4D66716F}" presName="DropPin" presStyleLbl="alignNode1" presStyleIdx="4" presStyleCnt="5"/>
      <dgm:spPr/>
    </dgm:pt>
    <dgm:pt modelId="{66A08772-A829-6D4D-9384-222C2BACCF9E}" type="pres">
      <dgm:prSet presAssocID="{99D932EA-86F6-D842-94E8-760D4D66716F}" presName="Ellipse" presStyleLbl="fgAcc1" presStyleIdx="4" presStyleCnt="5"/>
      <dgm:spPr/>
    </dgm:pt>
    <dgm:pt modelId="{66E837BB-7F90-3F46-9E55-56F5CC7AA4DA}" type="pres">
      <dgm:prSet presAssocID="{99D932EA-86F6-D842-94E8-760D4D66716F}" presName="L2TextContainer" presStyleLbl="revTx" presStyleIdx="8" presStyleCnt="10">
        <dgm:presLayoutVars>
          <dgm:bulletEnabled val="1"/>
        </dgm:presLayoutVars>
      </dgm:prSet>
      <dgm:spPr/>
    </dgm:pt>
    <dgm:pt modelId="{DB70C8A3-4AD8-A243-9AB1-90C0A7E66998}" type="pres">
      <dgm:prSet presAssocID="{99D932EA-86F6-D842-94E8-760D4D66716F}" presName="L1TextContainer" presStyleLbl="revTx" presStyleIdx="9" presStyleCnt="10" custLinFactNeighborX="1642" custLinFactNeighborY="-3963">
        <dgm:presLayoutVars>
          <dgm:chMax val="1"/>
          <dgm:chPref val="1"/>
          <dgm:bulletEnabled val="1"/>
        </dgm:presLayoutVars>
      </dgm:prSet>
      <dgm:spPr/>
    </dgm:pt>
    <dgm:pt modelId="{E895B283-7FA4-A647-896F-71F5B74DF03D}" type="pres">
      <dgm:prSet presAssocID="{99D932EA-86F6-D842-94E8-760D4D66716F}" presName="ConnectLine" presStyleLbl="dkBgShp" presStyleIdx="6" presStyleCnt="7"/>
      <dgm:spPr/>
    </dgm:pt>
    <dgm:pt modelId="{CF80D547-5E1D-E54D-8A71-3E59E9B51B19}" type="pres">
      <dgm:prSet presAssocID="{99D932EA-86F6-D842-94E8-760D4D66716F}" presName="ConnectorPoint" presStyleCnt="0"/>
      <dgm:spPr/>
    </dgm:pt>
    <dgm:pt modelId="{49EF9EA6-1731-1546-A23E-BF2EF37ED432}" type="pres">
      <dgm:prSet presAssocID="{99D932EA-86F6-D842-94E8-760D4D66716F}" presName="Bullet" presStyleLbl="lnNode1" presStyleIdx="4" presStyleCnt="5"/>
      <dgm:spPr/>
    </dgm:pt>
    <dgm:pt modelId="{DBC9C8E5-7B67-C248-A47E-94112EFE3E00}" type="pres">
      <dgm:prSet presAssocID="{99D932EA-86F6-D842-94E8-760D4D66716F}" presName="EmptyPlaceHolder" presStyleCnt="0"/>
      <dgm:spPr/>
    </dgm:pt>
  </dgm:ptLst>
  <dgm:cxnLst>
    <dgm:cxn modelId="{DF2D9019-3391-A446-A836-CEA117C5E641}" type="presOf" srcId="{99D932EA-86F6-D842-94E8-760D4D66716F}" destId="{DB70C8A3-4AD8-A243-9AB1-90C0A7E66998}" srcOrd="0" destOrd="0" presId="urn:microsoft.com/office/officeart/2024/layout/BulletTimelineInverted"/>
    <dgm:cxn modelId="{A61FC429-C60D-5B4F-A60E-A0287A526E57}" type="presOf" srcId="{6A876DE6-811B-2F47-B0E9-E01DFCFE832E}" destId="{24DEE66B-998D-4445-B5E0-C81ADE602D4A}" srcOrd="0" destOrd="0" presId="urn:microsoft.com/office/officeart/2024/layout/BulletTimelineInverted"/>
    <dgm:cxn modelId="{80B2CA2B-5253-CE4E-B467-CA6E8CB3591D}" type="presOf" srcId="{AC9EF062-3C8F-CB4A-BE72-5D36617E305E}" destId="{D1906E9E-855C-7246-88C4-E5BCEEC93441}" srcOrd="0" destOrd="0" presId="urn:microsoft.com/office/officeart/2024/layout/BulletTimelineInverted"/>
    <dgm:cxn modelId="{F01DE83C-8A7D-A143-925F-A87E9DB5DEA6}" srcId="{CECC4A39-C5EF-F143-9619-A225FA4BF259}" destId="{143AE929-6B23-B446-896F-781A1B2B428A}" srcOrd="2" destOrd="0" parTransId="{C3E71FF9-E097-9748-A98C-334311D162EE}" sibTransId="{7C21A561-596A-834B-94A6-82DF5E804B8B}"/>
    <dgm:cxn modelId="{3DAD1243-F3CF-0240-A645-AEEE2C019C44}" type="presOf" srcId="{143AE929-6B23-B446-896F-781A1B2B428A}" destId="{81585169-FB84-2D46-AF02-7C656B7857B9}" srcOrd="0" destOrd="0" presId="urn:microsoft.com/office/officeart/2024/layout/BulletTimelineInverted"/>
    <dgm:cxn modelId="{05C39149-2EF6-354A-BB23-B74D95EF219C}" srcId="{CECC4A39-C5EF-F143-9619-A225FA4BF259}" destId="{AC9EF062-3C8F-CB4A-BE72-5D36617E305E}" srcOrd="3" destOrd="0" parTransId="{334CB1C0-4718-E045-BAE3-7C44CA391AAD}" sibTransId="{D5F442A4-8F29-9744-BD3A-713CD86D4C9E}"/>
    <dgm:cxn modelId="{E86C034F-6425-9F4A-AA2E-6CFD12179177}" type="presOf" srcId="{CECC4A39-C5EF-F143-9619-A225FA4BF259}" destId="{D1705E62-311E-D24F-BAFF-03ED2BFECBF8}" srcOrd="0" destOrd="0" presId="urn:microsoft.com/office/officeart/2024/layout/BulletTimelineInverted"/>
    <dgm:cxn modelId="{A2D4CB68-3056-6944-97CD-4768A90AFCE7}" type="presOf" srcId="{0D3111F7-3759-0944-8BED-6CC174B971B3}" destId="{4BACCA35-222A-6C47-B4A5-97A0F384646C}" srcOrd="0" destOrd="0" presId="urn:microsoft.com/office/officeart/2024/layout/BulletTimelineInverted"/>
    <dgm:cxn modelId="{FB3A03A5-59FD-8F44-9B48-C151ED5974BD}" srcId="{CECC4A39-C5EF-F143-9619-A225FA4BF259}" destId="{99D932EA-86F6-D842-94E8-760D4D66716F}" srcOrd="4" destOrd="0" parTransId="{6C17879C-0589-984F-81C5-1345B7C3D870}" sibTransId="{4B596549-786E-1545-830E-A284072882F6}"/>
    <dgm:cxn modelId="{624A2DAF-2776-5640-A1E0-C17D9AAA6F9F}" srcId="{CECC4A39-C5EF-F143-9619-A225FA4BF259}" destId="{6A876DE6-811B-2F47-B0E9-E01DFCFE832E}" srcOrd="0" destOrd="0" parTransId="{4E85990F-9CEB-5C46-853B-A02BCE740BB6}" sibTransId="{0BDD8B28-E373-9246-B0CB-C7DD1EDAFE98}"/>
    <dgm:cxn modelId="{172945ED-ABFC-1045-B5D8-49955B69BEBA}" srcId="{CECC4A39-C5EF-F143-9619-A225FA4BF259}" destId="{0D3111F7-3759-0944-8BED-6CC174B971B3}" srcOrd="1" destOrd="0" parTransId="{6CBC3E1F-55FF-DB45-92E0-74DCA2AF8834}" sibTransId="{F1B80301-D952-344A-A135-ECD00C93AE83}"/>
    <dgm:cxn modelId="{A2CC3E9F-DEDB-0E47-A45C-259065C1721F}" type="presParOf" srcId="{D1705E62-311E-D24F-BAFF-03ED2BFECBF8}" destId="{9E8D2544-E080-0B43-B6ED-25C66CB0264F}" srcOrd="0" destOrd="0" presId="urn:microsoft.com/office/officeart/2024/layout/BulletTimelineInverted"/>
    <dgm:cxn modelId="{76BFD4A6-C15B-5D42-BAA4-CFF0AD541168}" type="presParOf" srcId="{9E8D2544-E080-0B43-B6ED-25C66CB0264F}" destId="{A7F5056C-600B-B842-9AF0-76BED7C05BA3}" srcOrd="0" destOrd="0" presId="urn:microsoft.com/office/officeart/2024/layout/BulletTimelineInverted"/>
    <dgm:cxn modelId="{01CA4CDE-B830-B74F-9D46-E8F53AE9E6CA}" type="presParOf" srcId="{9E8D2544-E080-0B43-B6ED-25C66CB0264F}" destId="{B6A7951B-0176-1445-8179-09514FDA1C47}" srcOrd="1" destOrd="0" presId="urn:microsoft.com/office/officeart/2024/layout/BulletTimelineInverted"/>
    <dgm:cxn modelId="{DE92E0D7-4FD9-F148-B9AA-BF721A7F099C}" type="presParOf" srcId="{D1705E62-311E-D24F-BAFF-03ED2BFECBF8}" destId="{DFAAA7BD-EB57-924A-B18B-DF3B4946725E}" srcOrd="1" destOrd="0" presId="urn:microsoft.com/office/officeart/2024/layout/BulletTimelineInverted"/>
    <dgm:cxn modelId="{9DC6B485-656B-504F-B141-BDB7BDB1C992}" type="presParOf" srcId="{DFAAA7BD-EB57-924A-B18B-DF3B4946725E}" destId="{2F1461BB-3F81-894D-9CC3-1B692AB57972}" srcOrd="0" destOrd="0" presId="urn:microsoft.com/office/officeart/2024/layout/BulletTimelineInverted"/>
    <dgm:cxn modelId="{3D0BC928-12A4-3243-800D-6AE640BF2DEF}" type="presParOf" srcId="{2F1461BB-3F81-894D-9CC3-1B692AB57972}" destId="{889898FD-5874-4A4F-A574-4AEE536D1856}" srcOrd="0" destOrd="0" presId="urn:microsoft.com/office/officeart/2024/layout/BulletTimelineInverted"/>
    <dgm:cxn modelId="{671C4B23-1CCE-8240-83D9-61A08D4E36AF}" type="presParOf" srcId="{889898FD-5874-4A4F-A574-4AEE536D1856}" destId="{885039F3-B544-B34E-9F34-725B60D554BE}" srcOrd="0" destOrd="0" presId="urn:microsoft.com/office/officeart/2024/layout/BulletTimelineInverted"/>
    <dgm:cxn modelId="{85BCF919-D5C3-AE40-9D2D-CBCF620E9211}" type="presParOf" srcId="{889898FD-5874-4A4F-A574-4AEE536D1856}" destId="{4C79ECCE-3379-4E48-97DA-B943F210F840}" srcOrd="1" destOrd="0" presId="urn:microsoft.com/office/officeart/2024/layout/BulletTimelineInverted"/>
    <dgm:cxn modelId="{249F3E1C-7EE6-DF44-BD5E-CAFE92E4557E}" type="presParOf" srcId="{2F1461BB-3F81-894D-9CC3-1B692AB57972}" destId="{2CE5AAF9-5FEA-D540-9D0A-736B8411473D}" srcOrd="1" destOrd="0" presId="urn:microsoft.com/office/officeart/2024/layout/BulletTimelineInverted"/>
    <dgm:cxn modelId="{D8F1A6C5-9AE8-E043-AFB0-23BDA377AB8D}" type="presParOf" srcId="{2F1461BB-3F81-894D-9CC3-1B692AB57972}" destId="{24DEE66B-998D-4445-B5E0-C81ADE602D4A}" srcOrd="2" destOrd="0" presId="urn:microsoft.com/office/officeart/2024/layout/BulletTimelineInverted"/>
    <dgm:cxn modelId="{0F20E8F5-52EC-734D-B332-E7E387A29698}" type="presParOf" srcId="{2F1461BB-3F81-894D-9CC3-1B692AB57972}" destId="{8C87E699-7E42-2F49-9FD9-641BB07A721B}" srcOrd="3" destOrd="0" presId="urn:microsoft.com/office/officeart/2024/layout/BulletTimelineInverted"/>
    <dgm:cxn modelId="{3B6386E9-6156-B646-95C8-8EB4F520E974}" type="presParOf" srcId="{2F1461BB-3F81-894D-9CC3-1B692AB57972}" destId="{951012AE-9806-F743-B635-7AB962124D36}" srcOrd="4" destOrd="0" presId="urn:microsoft.com/office/officeart/2024/layout/BulletTimelineInverted"/>
    <dgm:cxn modelId="{0A970C5E-93CE-3D4D-A8ED-279E100D2836}" type="presParOf" srcId="{951012AE-9806-F743-B635-7AB962124D36}" destId="{FD05784C-7DAE-A847-954C-245A5E11ED33}" srcOrd="0" destOrd="0" presId="urn:microsoft.com/office/officeart/2024/layout/BulletTimelineInverted"/>
    <dgm:cxn modelId="{AB0BD946-9E18-7845-BA4C-4BB6861D8C9C}" type="presParOf" srcId="{2F1461BB-3F81-894D-9CC3-1B692AB57972}" destId="{A2DA3329-31B4-6E42-A49F-B00ECA54D3D8}" srcOrd="5" destOrd="0" presId="urn:microsoft.com/office/officeart/2024/layout/BulletTimelineInverted"/>
    <dgm:cxn modelId="{4C771475-4C15-264C-B592-5E6DAA38EC05}" type="presParOf" srcId="{DFAAA7BD-EB57-924A-B18B-DF3B4946725E}" destId="{80FFA8F3-D881-2244-9B2A-3DA3C52B27D8}" srcOrd="1" destOrd="0" presId="urn:microsoft.com/office/officeart/2024/layout/BulletTimelineInverted"/>
    <dgm:cxn modelId="{6E7B9E6D-4D96-014C-8B4E-D863C9078829}" type="presParOf" srcId="{DFAAA7BD-EB57-924A-B18B-DF3B4946725E}" destId="{1B5806C6-1425-D64C-B313-ED7AE2F30DB0}" srcOrd="2" destOrd="0" presId="urn:microsoft.com/office/officeart/2024/layout/BulletTimelineInverted"/>
    <dgm:cxn modelId="{2AB8EB50-76EB-234D-BA31-08965C2B3FBD}" type="presParOf" srcId="{1B5806C6-1425-D64C-B313-ED7AE2F30DB0}" destId="{0D505BF2-D404-964B-890C-B542EB303CA5}" srcOrd="0" destOrd="0" presId="urn:microsoft.com/office/officeart/2024/layout/BulletTimelineInverted"/>
    <dgm:cxn modelId="{3610DC2A-AF8E-E64A-9853-70462988CF6C}" type="presParOf" srcId="{0D505BF2-D404-964B-890C-B542EB303CA5}" destId="{8508705D-267A-3F48-8C07-A110D1766A50}" srcOrd="0" destOrd="0" presId="urn:microsoft.com/office/officeart/2024/layout/BulletTimelineInverted"/>
    <dgm:cxn modelId="{52A2A7F4-1B78-1E44-825E-EDD4D96A2224}" type="presParOf" srcId="{0D505BF2-D404-964B-890C-B542EB303CA5}" destId="{E098D18B-5375-BD49-B907-2E1A7CFCDF18}" srcOrd="1" destOrd="0" presId="urn:microsoft.com/office/officeart/2024/layout/BulletTimelineInverted"/>
    <dgm:cxn modelId="{0C51B4E2-092C-2744-BB0A-E8F0A72E72E0}" type="presParOf" srcId="{1B5806C6-1425-D64C-B313-ED7AE2F30DB0}" destId="{B3B81355-4F78-6A45-BCF5-40F0E77C2617}" srcOrd="1" destOrd="0" presId="urn:microsoft.com/office/officeart/2024/layout/BulletTimelineInverted"/>
    <dgm:cxn modelId="{64226AD2-1510-8942-AA2C-4E0B2DE600CD}" type="presParOf" srcId="{1B5806C6-1425-D64C-B313-ED7AE2F30DB0}" destId="{4BACCA35-222A-6C47-B4A5-97A0F384646C}" srcOrd="2" destOrd="0" presId="urn:microsoft.com/office/officeart/2024/layout/BulletTimelineInverted"/>
    <dgm:cxn modelId="{3077D600-9C8C-694F-AA14-26A66570696E}" type="presParOf" srcId="{1B5806C6-1425-D64C-B313-ED7AE2F30DB0}" destId="{09AC780F-6BE8-2841-9120-00BE970B4EB6}" srcOrd="3" destOrd="0" presId="urn:microsoft.com/office/officeart/2024/layout/BulletTimelineInverted"/>
    <dgm:cxn modelId="{86C56A62-A9C0-DD43-AE52-A22E56F947A8}" type="presParOf" srcId="{1B5806C6-1425-D64C-B313-ED7AE2F30DB0}" destId="{BF8CCAD7-DEAF-2449-B51D-742107E0D5BF}" srcOrd="4" destOrd="0" presId="urn:microsoft.com/office/officeart/2024/layout/BulletTimelineInverted"/>
    <dgm:cxn modelId="{D61395D6-A9C1-B44C-993B-B326CA5B7194}" type="presParOf" srcId="{BF8CCAD7-DEAF-2449-B51D-742107E0D5BF}" destId="{0EFE48DE-755A-3E49-9374-C190505D174A}" srcOrd="0" destOrd="0" presId="urn:microsoft.com/office/officeart/2024/layout/BulletTimelineInverted"/>
    <dgm:cxn modelId="{6804096C-AFF7-0148-8B99-A36844201E08}" type="presParOf" srcId="{1B5806C6-1425-D64C-B313-ED7AE2F30DB0}" destId="{16444B68-CD25-7947-99C2-DA176C3C94C3}" srcOrd="5" destOrd="0" presId="urn:microsoft.com/office/officeart/2024/layout/BulletTimelineInverted"/>
    <dgm:cxn modelId="{0DED6D74-7DEB-EE42-B999-02986E0FDEC3}" type="presParOf" srcId="{DFAAA7BD-EB57-924A-B18B-DF3B4946725E}" destId="{78D9A795-E3C2-ED46-84BB-6A5C4D13A684}" srcOrd="3" destOrd="0" presId="urn:microsoft.com/office/officeart/2024/layout/BulletTimelineInverted"/>
    <dgm:cxn modelId="{3EED836E-80A6-AB47-AA30-85CA5169A139}" type="presParOf" srcId="{DFAAA7BD-EB57-924A-B18B-DF3B4946725E}" destId="{C2419741-3D98-8141-8A11-404407FB40A6}" srcOrd="4" destOrd="0" presId="urn:microsoft.com/office/officeart/2024/layout/BulletTimelineInverted"/>
    <dgm:cxn modelId="{E94916F6-EC79-7240-A5B3-044C5C4DFE27}" type="presParOf" srcId="{C2419741-3D98-8141-8A11-404407FB40A6}" destId="{5C6A3FF4-2325-EB4D-9DCE-525934BBFF9E}" srcOrd="0" destOrd="0" presId="urn:microsoft.com/office/officeart/2024/layout/BulletTimelineInverted"/>
    <dgm:cxn modelId="{BFA27CD6-235A-E947-BAE2-2E7F67A89AD4}" type="presParOf" srcId="{5C6A3FF4-2325-EB4D-9DCE-525934BBFF9E}" destId="{B6DDD182-D70F-2F47-A3E0-0F13D97F4FFB}" srcOrd="0" destOrd="0" presId="urn:microsoft.com/office/officeart/2024/layout/BulletTimelineInverted"/>
    <dgm:cxn modelId="{45A2C2BC-B9F2-1346-A13C-DA6D3B3B2887}" type="presParOf" srcId="{5C6A3FF4-2325-EB4D-9DCE-525934BBFF9E}" destId="{45B5AA79-43C8-A94A-A7BB-852BE93D662F}" srcOrd="1" destOrd="0" presId="urn:microsoft.com/office/officeart/2024/layout/BulletTimelineInverted"/>
    <dgm:cxn modelId="{0EA70C7B-D715-2F45-A21A-D42779152A7E}" type="presParOf" srcId="{C2419741-3D98-8141-8A11-404407FB40A6}" destId="{5DADDFF9-0B1B-FE4A-8C4E-BD4519460DA5}" srcOrd="1" destOrd="0" presId="urn:microsoft.com/office/officeart/2024/layout/BulletTimelineInverted"/>
    <dgm:cxn modelId="{A35A8726-AD72-594A-A7BB-9B02CD8970A8}" type="presParOf" srcId="{C2419741-3D98-8141-8A11-404407FB40A6}" destId="{81585169-FB84-2D46-AF02-7C656B7857B9}" srcOrd="2" destOrd="0" presId="urn:microsoft.com/office/officeart/2024/layout/BulletTimelineInverted"/>
    <dgm:cxn modelId="{A0A106A8-C63A-214D-9F78-4BC47494323B}" type="presParOf" srcId="{C2419741-3D98-8141-8A11-404407FB40A6}" destId="{D27B74BC-8B0A-4744-B422-B82A5045A1BC}" srcOrd="3" destOrd="0" presId="urn:microsoft.com/office/officeart/2024/layout/BulletTimelineInverted"/>
    <dgm:cxn modelId="{B5BA1457-9871-D149-BE32-40BA8DBF1FD4}" type="presParOf" srcId="{C2419741-3D98-8141-8A11-404407FB40A6}" destId="{B954A24B-F709-7349-89CD-261E7B958895}" srcOrd="4" destOrd="0" presId="urn:microsoft.com/office/officeart/2024/layout/BulletTimelineInverted"/>
    <dgm:cxn modelId="{41266872-BA9A-8B4A-8557-87F4848992E0}" type="presParOf" srcId="{B954A24B-F709-7349-89CD-261E7B958895}" destId="{C5D0FF5D-D210-6E49-AB1A-7EB61024ED7C}" srcOrd="0" destOrd="0" presId="urn:microsoft.com/office/officeart/2024/layout/BulletTimelineInverted"/>
    <dgm:cxn modelId="{296E9544-25CF-014B-800C-0E3ACB2409EF}" type="presParOf" srcId="{C2419741-3D98-8141-8A11-404407FB40A6}" destId="{10A377BA-6002-834F-B7CE-B589658A507A}" srcOrd="5" destOrd="0" presId="urn:microsoft.com/office/officeart/2024/layout/BulletTimelineInverted"/>
    <dgm:cxn modelId="{AF2E192E-607D-4840-98AA-78C9EFC449CC}" type="presParOf" srcId="{DFAAA7BD-EB57-924A-B18B-DF3B4946725E}" destId="{5CDB43A0-83C0-FD49-9BEE-A8F3649E3950}" srcOrd="5" destOrd="0" presId="urn:microsoft.com/office/officeart/2024/layout/BulletTimelineInverted"/>
    <dgm:cxn modelId="{223A847C-4E34-7744-89CD-183BFAD75DBA}" type="presParOf" srcId="{DFAAA7BD-EB57-924A-B18B-DF3B4946725E}" destId="{D288D34E-46A6-2A4D-AA2D-E3CACC4AF4E7}" srcOrd="6" destOrd="0" presId="urn:microsoft.com/office/officeart/2024/layout/BulletTimelineInverted"/>
    <dgm:cxn modelId="{9C8D23AD-105C-9E4E-B63F-5C2F8C3156CB}" type="presParOf" srcId="{D288D34E-46A6-2A4D-AA2D-E3CACC4AF4E7}" destId="{561B1F62-9544-CA4E-8B10-DFFB7D36D6C3}" srcOrd="0" destOrd="0" presId="urn:microsoft.com/office/officeart/2024/layout/BulletTimelineInverted"/>
    <dgm:cxn modelId="{8CCF4807-5B44-4C41-9F6A-7975BDA58331}" type="presParOf" srcId="{561B1F62-9544-CA4E-8B10-DFFB7D36D6C3}" destId="{AF259B45-8B05-D348-9B2E-25A26CD48327}" srcOrd="0" destOrd="0" presId="urn:microsoft.com/office/officeart/2024/layout/BulletTimelineInverted"/>
    <dgm:cxn modelId="{700A6C0F-EEEF-C341-B135-20EF6F7B9613}" type="presParOf" srcId="{561B1F62-9544-CA4E-8B10-DFFB7D36D6C3}" destId="{B05159C2-1D1B-E448-AC0C-D531D9C72E32}" srcOrd="1" destOrd="0" presId="urn:microsoft.com/office/officeart/2024/layout/BulletTimelineInverted"/>
    <dgm:cxn modelId="{B7893FD8-DB6B-014B-9DC7-69BA5A6562F5}" type="presParOf" srcId="{D288D34E-46A6-2A4D-AA2D-E3CACC4AF4E7}" destId="{3A8FCF43-B741-9B44-AA15-C8281447774A}" srcOrd="1" destOrd="0" presId="urn:microsoft.com/office/officeart/2024/layout/BulletTimelineInverted"/>
    <dgm:cxn modelId="{7FF42A28-7DBA-1C46-8889-C545406FF753}" type="presParOf" srcId="{D288D34E-46A6-2A4D-AA2D-E3CACC4AF4E7}" destId="{D1906E9E-855C-7246-88C4-E5BCEEC93441}" srcOrd="2" destOrd="0" presId="urn:microsoft.com/office/officeart/2024/layout/BulletTimelineInverted"/>
    <dgm:cxn modelId="{62A8EFF3-733C-3D45-A048-0293536F2DA1}" type="presParOf" srcId="{D288D34E-46A6-2A4D-AA2D-E3CACC4AF4E7}" destId="{D323C4A2-C59B-A148-AAE3-1221B3E474E3}" srcOrd="3" destOrd="0" presId="urn:microsoft.com/office/officeart/2024/layout/BulletTimelineInverted"/>
    <dgm:cxn modelId="{21623BA6-C9B6-C044-89D3-9D90D5601DB3}" type="presParOf" srcId="{D288D34E-46A6-2A4D-AA2D-E3CACC4AF4E7}" destId="{3B0D9A36-369B-B34B-BDF8-C623594C4F69}" srcOrd="4" destOrd="0" presId="urn:microsoft.com/office/officeart/2024/layout/BulletTimelineInverted"/>
    <dgm:cxn modelId="{2C003069-B47D-F248-B395-E5E8F1961E40}" type="presParOf" srcId="{3B0D9A36-369B-B34B-BDF8-C623594C4F69}" destId="{B06FF64F-F52C-8B49-89A6-08FE37DBAA36}" srcOrd="0" destOrd="0" presId="urn:microsoft.com/office/officeart/2024/layout/BulletTimelineInverted"/>
    <dgm:cxn modelId="{BAA1B644-B225-514F-BB07-4E2C4D40DA29}" type="presParOf" srcId="{D288D34E-46A6-2A4D-AA2D-E3CACC4AF4E7}" destId="{E9F3FB32-1D3C-DE44-ACE2-A8C9973D493B}" srcOrd="5" destOrd="0" presId="urn:microsoft.com/office/officeart/2024/layout/BulletTimelineInverted"/>
    <dgm:cxn modelId="{176A8F6F-4E2A-704E-91ED-CE408AAFF1EB}" type="presParOf" srcId="{DFAAA7BD-EB57-924A-B18B-DF3B4946725E}" destId="{664ACD06-AC9C-7C40-BAC6-C2F103F7CE31}" srcOrd="7" destOrd="0" presId="urn:microsoft.com/office/officeart/2024/layout/BulletTimelineInverted"/>
    <dgm:cxn modelId="{E33134BC-893A-734B-8CDD-8DDFED043D28}" type="presParOf" srcId="{DFAAA7BD-EB57-924A-B18B-DF3B4946725E}" destId="{E7AFAE84-6D07-B648-8FA0-DA415654E008}" srcOrd="8" destOrd="0" presId="urn:microsoft.com/office/officeart/2024/layout/BulletTimelineInverted"/>
    <dgm:cxn modelId="{3DF40B40-48B6-2649-9237-5709B666D594}" type="presParOf" srcId="{E7AFAE84-6D07-B648-8FA0-DA415654E008}" destId="{AA086912-FC32-0F40-A401-8DF66969F377}" srcOrd="0" destOrd="0" presId="urn:microsoft.com/office/officeart/2024/layout/BulletTimelineInverted"/>
    <dgm:cxn modelId="{C45A36C8-92B8-A846-93A0-245D16E7E238}" type="presParOf" srcId="{AA086912-FC32-0F40-A401-8DF66969F377}" destId="{ECB79B1F-8457-C340-B999-1EECB06CE4A5}" srcOrd="0" destOrd="0" presId="urn:microsoft.com/office/officeart/2024/layout/BulletTimelineInverted"/>
    <dgm:cxn modelId="{4DE6D0C0-0DA7-C44C-B221-71619E30F7CD}" type="presParOf" srcId="{AA086912-FC32-0F40-A401-8DF66969F377}" destId="{66A08772-A829-6D4D-9384-222C2BACCF9E}" srcOrd="1" destOrd="0" presId="urn:microsoft.com/office/officeart/2024/layout/BulletTimelineInverted"/>
    <dgm:cxn modelId="{341FCFBB-D6EE-4E4F-AB03-99D0DD5F62B8}" type="presParOf" srcId="{E7AFAE84-6D07-B648-8FA0-DA415654E008}" destId="{66E837BB-7F90-3F46-9E55-56F5CC7AA4DA}" srcOrd="1" destOrd="0" presId="urn:microsoft.com/office/officeart/2024/layout/BulletTimelineInverted"/>
    <dgm:cxn modelId="{2888BC02-2E69-4B4A-B694-F5E58A7ED395}" type="presParOf" srcId="{E7AFAE84-6D07-B648-8FA0-DA415654E008}" destId="{DB70C8A3-4AD8-A243-9AB1-90C0A7E66998}" srcOrd="2" destOrd="0" presId="urn:microsoft.com/office/officeart/2024/layout/BulletTimelineInverted"/>
    <dgm:cxn modelId="{CCFD3B52-51B2-E14B-90A6-6A140F167E5D}" type="presParOf" srcId="{E7AFAE84-6D07-B648-8FA0-DA415654E008}" destId="{E895B283-7FA4-A647-896F-71F5B74DF03D}" srcOrd="3" destOrd="0" presId="urn:microsoft.com/office/officeart/2024/layout/BulletTimelineInverted"/>
    <dgm:cxn modelId="{EA501F99-CB9C-2944-A022-D4DA05DCE6DB}" type="presParOf" srcId="{E7AFAE84-6D07-B648-8FA0-DA415654E008}" destId="{CF80D547-5E1D-E54D-8A71-3E59E9B51B19}" srcOrd="4" destOrd="0" presId="urn:microsoft.com/office/officeart/2024/layout/BulletTimelineInverted"/>
    <dgm:cxn modelId="{29B0ABBB-5866-F646-90C3-FB625EDC6734}" type="presParOf" srcId="{CF80D547-5E1D-E54D-8A71-3E59E9B51B19}" destId="{49EF9EA6-1731-1546-A23E-BF2EF37ED432}" srcOrd="0" destOrd="0" presId="urn:microsoft.com/office/officeart/2024/layout/BulletTimelineInverted"/>
    <dgm:cxn modelId="{23E62562-C751-A64C-9313-36086B810FD2}" type="presParOf" srcId="{E7AFAE84-6D07-B648-8FA0-DA415654E008}" destId="{DBC9C8E5-7B67-C248-A47E-94112EFE3E00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6825-5FA5-438C-A192-5673B2EE3AC6}">
      <dsp:nvSpPr>
        <dsp:cNvPr id="0" name=""/>
        <dsp:cNvSpPr/>
      </dsp:nvSpPr>
      <dsp:spPr>
        <a:xfrm>
          <a:off x="0" y="534"/>
          <a:ext cx="6790606" cy="4489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45175-846B-4170-9F40-2666DE5713C6}">
      <dsp:nvSpPr>
        <dsp:cNvPr id="0" name=""/>
        <dsp:cNvSpPr/>
      </dsp:nvSpPr>
      <dsp:spPr>
        <a:xfrm>
          <a:off x="135813" y="101553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9B490-ED1D-45CC-8D75-BC2936A4D830}">
      <dsp:nvSpPr>
        <dsp:cNvPr id="0" name=""/>
        <dsp:cNvSpPr/>
      </dsp:nvSpPr>
      <dsp:spPr>
        <a:xfrm>
          <a:off x="518561" y="534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Motivation </a:t>
          </a:r>
          <a:endParaRPr lang="en-US" sz="1400" kern="1200"/>
        </a:p>
      </dsp:txBody>
      <dsp:txXfrm>
        <a:off x="518561" y="534"/>
        <a:ext cx="6272044" cy="448971"/>
      </dsp:txXfrm>
    </dsp:sp>
    <dsp:sp modelId="{D249DD77-DA84-4243-92F4-F2E8F7CC207C}">
      <dsp:nvSpPr>
        <dsp:cNvPr id="0" name=""/>
        <dsp:cNvSpPr/>
      </dsp:nvSpPr>
      <dsp:spPr>
        <a:xfrm>
          <a:off x="0" y="561748"/>
          <a:ext cx="6790606" cy="4489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A4934-AD3A-4864-B740-AB982619E754}">
      <dsp:nvSpPr>
        <dsp:cNvPr id="0" name=""/>
        <dsp:cNvSpPr/>
      </dsp:nvSpPr>
      <dsp:spPr>
        <a:xfrm>
          <a:off x="135813" y="662766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4740D-B26F-4838-875E-074B54F65485}">
      <dsp:nvSpPr>
        <dsp:cNvPr id="0" name=""/>
        <dsp:cNvSpPr/>
      </dsp:nvSpPr>
      <dsp:spPr>
        <a:xfrm>
          <a:off x="518561" y="561748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Data Exploration </a:t>
          </a:r>
          <a:endParaRPr lang="en-US" sz="1400" kern="1200"/>
        </a:p>
      </dsp:txBody>
      <dsp:txXfrm>
        <a:off x="518561" y="561748"/>
        <a:ext cx="6272044" cy="448971"/>
      </dsp:txXfrm>
    </dsp:sp>
    <dsp:sp modelId="{DE27BB80-1B11-4451-8298-5EF878598076}">
      <dsp:nvSpPr>
        <dsp:cNvPr id="0" name=""/>
        <dsp:cNvSpPr/>
      </dsp:nvSpPr>
      <dsp:spPr>
        <a:xfrm>
          <a:off x="0" y="1122962"/>
          <a:ext cx="6790606" cy="4489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293DE-C7AD-4340-8FE5-1DE34D19DE6E}">
      <dsp:nvSpPr>
        <dsp:cNvPr id="0" name=""/>
        <dsp:cNvSpPr/>
      </dsp:nvSpPr>
      <dsp:spPr>
        <a:xfrm>
          <a:off x="135813" y="1223980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D3142-968D-49EB-A201-4ED8651E3CE8}">
      <dsp:nvSpPr>
        <dsp:cNvPr id="0" name=""/>
        <dsp:cNvSpPr/>
      </dsp:nvSpPr>
      <dsp:spPr>
        <a:xfrm>
          <a:off x="518561" y="1122962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Dataset Overview </a:t>
          </a:r>
          <a:endParaRPr lang="en-US" sz="1400" kern="1200"/>
        </a:p>
      </dsp:txBody>
      <dsp:txXfrm>
        <a:off x="518561" y="1122962"/>
        <a:ext cx="6272044" cy="448971"/>
      </dsp:txXfrm>
    </dsp:sp>
    <dsp:sp modelId="{F6F31BDC-3EF9-44B3-A8E8-482B91D24589}">
      <dsp:nvSpPr>
        <dsp:cNvPr id="0" name=""/>
        <dsp:cNvSpPr/>
      </dsp:nvSpPr>
      <dsp:spPr>
        <a:xfrm>
          <a:off x="0" y="1684176"/>
          <a:ext cx="6790606" cy="44897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550B7-E0A2-487C-90AD-186351741FB1}">
      <dsp:nvSpPr>
        <dsp:cNvPr id="0" name=""/>
        <dsp:cNvSpPr/>
      </dsp:nvSpPr>
      <dsp:spPr>
        <a:xfrm>
          <a:off x="135813" y="1785194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BF84B-95AF-401A-8986-5DDD75784D12}">
      <dsp:nvSpPr>
        <dsp:cNvPr id="0" name=""/>
        <dsp:cNvSpPr/>
      </dsp:nvSpPr>
      <dsp:spPr>
        <a:xfrm>
          <a:off x="518561" y="1684176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Machine Learning Evaluation Pipeline </a:t>
          </a:r>
          <a:endParaRPr lang="en-US" sz="1400" kern="1200"/>
        </a:p>
      </dsp:txBody>
      <dsp:txXfrm>
        <a:off x="518561" y="1684176"/>
        <a:ext cx="6272044" cy="448971"/>
      </dsp:txXfrm>
    </dsp:sp>
    <dsp:sp modelId="{9FCC25B5-8ACE-42A7-A3B3-116960FC5259}">
      <dsp:nvSpPr>
        <dsp:cNvPr id="0" name=""/>
        <dsp:cNvSpPr/>
      </dsp:nvSpPr>
      <dsp:spPr>
        <a:xfrm>
          <a:off x="0" y="2245390"/>
          <a:ext cx="6790606" cy="44897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37BBA-0457-4096-AEBB-F76CC16D43BB}">
      <dsp:nvSpPr>
        <dsp:cNvPr id="0" name=""/>
        <dsp:cNvSpPr/>
      </dsp:nvSpPr>
      <dsp:spPr>
        <a:xfrm>
          <a:off x="135813" y="2346408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C107F-C025-4467-8BF5-257A77C44A1D}">
      <dsp:nvSpPr>
        <dsp:cNvPr id="0" name=""/>
        <dsp:cNvSpPr/>
      </dsp:nvSpPr>
      <dsp:spPr>
        <a:xfrm>
          <a:off x="518561" y="2245390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Model Development </a:t>
          </a:r>
          <a:endParaRPr lang="en-US" sz="1400" kern="1200"/>
        </a:p>
      </dsp:txBody>
      <dsp:txXfrm>
        <a:off x="518561" y="2245390"/>
        <a:ext cx="6272044" cy="448971"/>
      </dsp:txXfrm>
    </dsp:sp>
    <dsp:sp modelId="{834419D2-DB1F-4B1A-9BB6-B1C4EAC9CCA8}">
      <dsp:nvSpPr>
        <dsp:cNvPr id="0" name=""/>
        <dsp:cNvSpPr/>
      </dsp:nvSpPr>
      <dsp:spPr>
        <a:xfrm>
          <a:off x="0" y="2806604"/>
          <a:ext cx="6790606" cy="4489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C709D-D34A-43CD-AAEE-267F1864E219}">
      <dsp:nvSpPr>
        <dsp:cNvPr id="0" name=""/>
        <dsp:cNvSpPr/>
      </dsp:nvSpPr>
      <dsp:spPr>
        <a:xfrm>
          <a:off x="135813" y="2907622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4BA1B-8C06-46FA-B240-E4789C9BB82D}">
      <dsp:nvSpPr>
        <dsp:cNvPr id="0" name=""/>
        <dsp:cNvSpPr/>
      </dsp:nvSpPr>
      <dsp:spPr>
        <a:xfrm>
          <a:off x="518561" y="2806604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Experimental Results </a:t>
          </a:r>
          <a:endParaRPr lang="en-US" sz="1400" kern="1200"/>
        </a:p>
      </dsp:txBody>
      <dsp:txXfrm>
        <a:off x="518561" y="2806604"/>
        <a:ext cx="6272044" cy="448971"/>
      </dsp:txXfrm>
    </dsp:sp>
    <dsp:sp modelId="{0D7C7C37-429D-4408-BE1A-61724B46F58E}">
      <dsp:nvSpPr>
        <dsp:cNvPr id="0" name=""/>
        <dsp:cNvSpPr/>
      </dsp:nvSpPr>
      <dsp:spPr>
        <a:xfrm>
          <a:off x="0" y="3367818"/>
          <a:ext cx="6790606" cy="4489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C8E5A-95CB-4523-87D1-64FFEF4524EE}">
      <dsp:nvSpPr>
        <dsp:cNvPr id="0" name=""/>
        <dsp:cNvSpPr/>
      </dsp:nvSpPr>
      <dsp:spPr>
        <a:xfrm>
          <a:off x="135813" y="3468836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B98CA-6158-4918-8EEE-B67FBAB9DFD4}">
      <dsp:nvSpPr>
        <dsp:cNvPr id="0" name=""/>
        <dsp:cNvSpPr/>
      </dsp:nvSpPr>
      <dsp:spPr>
        <a:xfrm>
          <a:off x="518561" y="3367818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Discussion </a:t>
          </a:r>
          <a:endParaRPr lang="en-US" sz="1400" kern="1200"/>
        </a:p>
      </dsp:txBody>
      <dsp:txXfrm>
        <a:off x="518561" y="3367818"/>
        <a:ext cx="6272044" cy="448971"/>
      </dsp:txXfrm>
    </dsp:sp>
    <dsp:sp modelId="{0A345D43-ABCF-4F58-A160-F4A0909EA7C7}">
      <dsp:nvSpPr>
        <dsp:cNvPr id="0" name=""/>
        <dsp:cNvSpPr/>
      </dsp:nvSpPr>
      <dsp:spPr>
        <a:xfrm>
          <a:off x="0" y="3929032"/>
          <a:ext cx="6790606" cy="4489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9D530-BD90-4D5A-AC50-DB5A35C922A7}">
      <dsp:nvSpPr>
        <dsp:cNvPr id="0" name=""/>
        <dsp:cNvSpPr/>
      </dsp:nvSpPr>
      <dsp:spPr>
        <a:xfrm>
          <a:off x="135813" y="4030050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38B93-31F6-4689-8A69-506C330314C7}">
      <dsp:nvSpPr>
        <dsp:cNvPr id="0" name=""/>
        <dsp:cNvSpPr/>
      </dsp:nvSpPr>
      <dsp:spPr>
        <a:xfrm>
          <a:off x="518561" y="3929032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Conclusion </a:t>
          </a:r>
          <a:endParaRPr lang="en-US" sz="1400" kern="1200"/>
        </a:p>
      </dsp:txBody>
      <dsp:txXfrm>
        <a:off x="518561" y="3929032"/>
        <a:ext cx="6272044" cy="448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92272-DB56-D74E-BA2B-63825BA41FE7}">
      <dsp:nvSpPr>
        <dsp:cNvPr id="0" name=""/>
        <dsp:cNvSpPr/>
      </dsp:nvSpPr>
      <dsp:spPr>
        <a:xfrm>
          <a:off x="0" y="2256129"/>
          <a:ext cx="11044865" cy="4557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C5390-4000-C54B-B4E3-0A8AC30018FF}">
      <dsp:nvSpPr>
        <dsp:cNvPr id="0" name=""/>
        <dsp:cNvSpPr/>
      </dsp:nvSpPr>
      <dsp:spPr>
        <a:xfrm>
          <a:off x="10815751" y="2096605"/>
          <a:ext cx="273470" cy="364627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198E-D263-6A49-AE40-5C7549161976}">
      <dsp:nvSpPr>
        <dsp:cNvPr id="0" name=""/>
        <dsp:cNvSpPr/>
      </dsp:nvSpPr>
      <dsp:spPr>
        <a:xfrm>
          <a:off x="514506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514506" y="1142241"/>
        <a:ext cx="1337306" cy="1004799"/>
      </dsp:txXfrm>
    </dsp:sp>
    <dsp:sp modelId="{82FFEA13-2A84-5F4A-ABEE-CCB2C4FA71ED}">
      <dsp:nvSpPr>
        <dsp:cNvPr id="0" name=""/>
        <dsp:cNvSpPr/>
      </dsp:nvSpPr>
      <dsp:spPr>
        <a:xfrm>
          <a:off x="514506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Dataset</a:t>
          </a:r>
        </a:p>
      </dsp:txBody>
      <dsp:txXfrm>
        <a:off x="514506" y="622517"/>
        <a:ext cx="1337306" cy="519724"/>
      </dsp:txXfrm>
    </dsp:sp>
    <dsp:sp modelId="{ED851057-DF1D-1544-9482-01F01F2A8FA0}">
      <dsp:nvSpPr>
        <dsp:cNvPr id="0" name=""/>
        <dsp:cNvSpPr/>
      </dsp:nvSpPr>
      <dsp:spPr>
        <a:xfrm>
          <a:off x="244051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73266-1F95-AE43-98C3-187B65425B78}">
      <dsp:nvSpPr>
        <dsp:cNvPr id="0" name=""/>
        <dsp:cNvSpPr/>
      </dsp:nvSpPr>
      <dsp:spPr>
        <a:xfrm>
          <a:off x="1437706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1437706" y="3143792"/>
        <a:ext cx="1337306" cy="835159"/>
      </dsp:txXfrm>
    </dsp:sp>
    <dsp:sp modelId="{12D762EA-0B40-644D-B774-13C5950430F6}">
      <dsp:nvSpPr>
        <dsp:cNvPr id="0" name=""/>
        <dsp:cNvSpPr/>
      </dsp:nvSpPr>
      <dsp:spPr>
        <a:xfrm>
          <a:off x="1437706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100" kern="1200" dirty="0"/>
            <a:t>Data Cleaning</a:t>
          </a:r>
          <a:endParaRPr lang="en-GB" sz="1100" kern="1200" dirty="0"/>
        </a:p>
      </dsp:txBody>
      <dsp:txXfrm>
        <a:off x="1437706" y="2592942"/>
        <a:ext cx="1337306" cy="550849"/>
      </dsp:txXfrm>
    </dsp:sp>
    <dsp:sp modelId="{A96D6C7E-B892-0B43-8A3F-50D097850979}">
      <dsp:nvSpPr>
        <dsp:cNvPr id="0" name=""/>
        <dsp:cNvSpPr/>
      </dsp:nvSpPr>
      <dsp:spPr>
        <a:xfrm>
          <a:off x="1167250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93DB1-4B43-4E46-A765-D5AF8DA3E441}">
      <dsp:nvSpPr>
        <dsp:cNvPr id="0" name=""/>
        <dsp:cNvSpPr/>
      </dsp:nvSpPr>
      <dsp:spPr>
        <a:xfrm>
          <a:off x="177233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FF9FD-F404-5F4E-9A5B-BD22108673A4}">
      <dsp:nvSpPr>
        <dsp:cNvPr id="0" name=""/>
        <dsp:cNvSpPr/>
      </dsp:nvSpPr>
      <dsp:spPr>
        <a:xfrm>
          <a:off x="1100432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C64EB-CB96-464F-AE4E-6CE6B20CA9E9}">
      <dsp:nvSpPr>
        <dsp:cNvPr id="0" name=""/>
        <dsp:cNvSpPr/>
      </dsp:nvSpPr>
      <dsp:spPr>
        <a:xfrm>
          <a:off x="2360905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2360905" y="1142241"/>
        <a:ext cx="1337306" cy="1004799"/>
      </dsp:txXfrm>
    </dsp:sp>
    <dsp:sp modelId="{403664B5-BBDF-F944-BDB9-0000C6EF1D07}">
      <dsp:nvSpPr>
        <dsp:cNvPr id="0" name=""/>
        <dsp:cNvSpPr/>
      </dsp:nvSpPr>
      <dsp:spPr>
        <a:xfrm>
          <a:off x="2360905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100" kern="1200" dirty="0"/>
            <a:t>EDA</a:t>
          </a:r>
          <a:endParaRPr lang="en-GB" sz="1100" kern="1200" dirty="0"/>
        </a:p>
      </dsp:txBody>
      <dsp:txXfrm>
        <a:off x="2360905" y="622517"/>
        <a:ext cx="1337306" cy="519724"/>
      </dsp:txXfrm>
    </dsp:sp>
    <dsp:sp modelId="{6F392A01-69D6-724B-8071-E2709D10C096}">
      <dsp:nvSpPr>
        <dsp:cNvPr id="0" name=""/>
        <dsp:cNvSpPr/>
      </dsp:nvSpPr>
      <dsp:spPr>
        <a:xfrm>
          <a:off x="2090450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EB7A8-0B64-A446-BC5F-6EB7A5371234}">
      <dsp:nvSpPr>
        <dsp:cNvPr id="0" name=""/>
        <dsp:cNvSpPr/>
      </dsp:nvSpPr>
      <dsp:spPr>
        <a:xfrm>
          <a:off x="3284104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84104" y="3143792"/>
        <a:ext cx="1337306" cy="835159"/>
      </dsp:txXfrm>
    </dsp:sp>
    <dsp:sp modelId="{B34546EC-EE12-DA48-9CE8-B779C8A0C764}">
      <dsp:nvSpPr>
        <dsp:cNvPr id="0" name=""/>
        <dsp:cNvSpPr/>
      </dsp:nvSpPr>
      <dsp:spPr>
        <a:xfrm>
          <a:off x="3284104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Feature Selection</a:t>
          </a:r>
        </a:p>
      </dsp:txBody>
      <dsp:txXfrm>
        <a:off x="3284104" y="2592942"/>
        <a:ext cx="1337306" cy="550849"/>
      </dsp:txXfrm>
    </dsp:sp>
    <dsp:sp modelId="{EB5CE0BC-EF79-CE42-9E23-7368A4031478}">
      <dsp:nvSpPr>
        <dsp:cNvPr id="0" name=""/>
        <dsp:cNvSpPr/>
      </dsp:nvSpPr>
      <dsp:spPr>
        <a:xfrm>
          <a:off x="3013649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5C5ED-2632-A148-B3C0-97DAF934785E}">
      <dsp:nvSpPr>
        <dsp:cNvPr id="0" name=""/>
        <dsp:cNvSpPr/>
      </dsp:nvSpPr>
      <dsp:spPr>
        <a:xfrm>
          <a:off x="2023631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4093A-19C0-884B-B766-A0873086E3AA}">
      <dsp:nvSpPr>
        <dsp:cNvPr id="0" name=""/>
        <dsp:cNvSpPr/>
      </dsp:nvSpPr>
      <dsp:spPr>
        <a:xfrm>
          <a:off x="2946831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658AC-C671-EE40-8C3E-0F8AF9619C82}">
      <dsp:nvSpPr>
        <dsp:cNvPr id="0" name=""/>
        <dsp:cNvSpPr/>
      </dsp:nvSpPr>
      <dsp:spPr>
        <a:xfrm>
          <a:off x="4207304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07304" y="1142241"/>
        <a:ext cx="1337306" cy="1004799"/>
      </dsp:txXfrm>
    </dsp:sp>
    <dsp:sp modelId="{EF677A7A-6E0C-A046-B283-FEBBF7059B27}">
      <dsp:nvSpPr>
        <dsp:cNvPr id="0" name=""/>
        <dsp:cNvSpPr/>
      </dsp:nvSpPr>
      <dsp:spPr>
        <a:xfrm>
          <a:off x="4207304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Train/Test Split</a:t>
          </a:r>
        </a:p>
      </dsp:txBody>
      <dsp:txXfrm>
        <a:off x="4207304" y="622517"/>
        <a:ext cx="1337306" cy="519724"/>
      </dsp:txXfrm>
    </dsp:sp>
    <dsp:sp modelId="{4F098C90-E79A-D149-865E-50209C4CA8F4}">
      <dsp:nvSpPr>
        <dsp:cNvPr id="0" name=""/>
        <dsp:cNvSpPr/>
      </dsp:nvSpPr>
      <dsp:spPr>
        <a:xfrm>
          <a:off x="3936849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34E1D-0774-7346-9BDE-D5255AEE7187}">
      <dsp:nvSpPr>
        <dsp:cNvPr id="0" name=""/>
        <dsp:cNvSpPr/>
      </dsp:nvSpPr>
      <dsp:spPr>
        <a:xfrm>
          <a:off x="5130503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130503" y="3143792"/>
        <a:ext cx="1337306" cy="835159"/>
      </dsp:txXfrm>
    </dsp:sp>
    <dsp:sp modelId="{0F5D4710-B030-3A45-AC9E-919BEC4D67BC}">
      <dsp:nvSpPr>
        <dsp:cNvPr id="0" name=""/>
        <dsp:cNvSpPr/>
      </dsp:nvSpPr>
      <dsp:spPr>
        <a:xfrm>
          <a:off x="5130503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Feature Scaling</a:t>
          </a:r>
        </a:p>
      </dsp:txBody>
      <dsp:txXfrm>
        <a:off x="5130503" y="2592942"/>
        <a:ext cx="1337306" cy="550849"/>
      </dsp:txXfrm>
    </dsp:sp>
    <dsp:sp modelId="{258472B1-FC71-9648-8C05-C7406CA8BEBE}">
      <dsp:nvSpPr>
        <dsp:cNvPr id="0" name=""/>
        <dsp:cNvSpPr/>
      </dsp:nvSpPr>
      <dsp:spPr>
        <a:xfrm>
          <a:off x="4860048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7B205-8D8C-EC43-82CE-EA5522407765}">
      <dsp:nvSpPr>
        <dsp:cNvPr id="0" name=""/>
        <dsp:cNvSpPr/>
      </dsp:nvSpPr>
      <dsp:spPr>
        <a:xfrm>
          <a:off x="3870030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DDD36-E32C-6141-9CEB-1CAEC18992B8}">
      <dsp:nvSpPr>
        <dsp:cNvPr id="0" name=""/>
        <dsp:cNvSpPr/>
      </dsp:nvSpPr>
      <dsp:spPr>
        <a:xfrm>
          <a:off x="4793230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C01D5-59E5-EC4B-8EE6-80C0855F99F8}">
      <dsp:nvSpPr>
        <dsp:cNvPr id="0" name=""/>
        <dsp:cNvSpPr/>
      </dsp:nvSpPr>
      <dsp:spPr>
        <a:xfrm>
          <a:off x="6053703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53703" y="1142241"/>
        <a:ext cx="1337306" cy="1004799"/>
      </dsp:txXfrm>
    </dsp:sp>
    <dsp:sp modelId="{73B04E22-252F-1048-A158-673E2AA5B339}">
      <dsp:nvSpPr>
        <dsp:cNvPr id="0" name=""/>
        <dsp:cNvSpPr/>
      </dsp:nvSpPr>
      <dsp:spPr>
        <a:xfrm>
          <a:off x="6053703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Baseline Model</a:t>
          </a:r>
        </a:p>
      </dsp:txBody>
      <dsp:txXfrm>
        <a:off x="6053703" y="622517"/>
        <a:ext cx="1337306" cy="519724"/>
      </dsp:txXfrm>
    </dsp:sp>
    <dsp:sp modelId="{7E8CD243-175C-0E44-8AA3-CB46CEAF7E8D}">
      <dsp:nvSpPr>
        <dsp:cNvPr id="0" name=""/>
        <dsp:cNvSpPr/>
      </dsp:nvSpPr>
      <dsp:spPr>
        <a:xfrm>
          <a:off x="5783247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3D2D9-0105-564D-B44F-8D0F35394CB4}">
      <dsp:nvSpPr>
        <dsp:cNvPr id="0" name=""/>
        <dsp:cNvSpPr/>
      </dsp:nvSpPr>
      <dsp:spPr>
        <a:xfrm>
          <a:off x="6976902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976902" y="3143792"/>
        <a:ext cx="1337306" cy="835159"/>
      </dsp:txXfrm>
    </dsp:sp>
    <dsp:sp modelId="{22E7AE6D-056F-CF4B-BA39-991871A45A30}">
      <dsp:nvSpPr>
        <dsp:cNvPr id="0" name=""/>
        <dsp:cNvSpPr/>
      </dsp:nvSpPr>
      <dsp:spPr>
        <a:xfrm>
          <a:off x="6976902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Advanced Models</a:t>
          </a:r>
        </a:p>
      </dsp:txBody>
      <dsp:txXfrm>
        <a:off x="6976902" y="2592942"/>
        <a:ext cx="1337306" cy="550849"/>
      </dsp:txXfrm>
    </dsp:sp>
    <dsp:sp modelId="{A12384FA-569F-7E41-A534-4A501AD3CA6E}">
      <dsp:nvSpPr>
        <dsp:cNvPr id="0" name=""/>
        <dsp:cNvSpPr/>
      </dsp:nvSpPr>
      <dsp:spPr>
        <a:xfrm>
          <a:off x="6706447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79A60-204A-F741-983C-1CBEA19DDDB3}">
      <dsp:nvSpPr>
        <dsp:cNvPr id="0" name=""/>
        <dsp:cNvSpPr/>
      </dsp:nvSpPr>
      <dsp:spPr>
        <a:xfrm>
          <a:off x="5716429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48170-8E6E-6448-BF5C-DA0BE6075DE5}">
      <dsp:nvSpPr>
        <dsp:cNvPr id="0" name=""/>
        <dsp:cNvSpPr/>
      </dsp:nvSpPr>
      <dsp:spPr>
        <a:xfrm>
          <a:off x="6639628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1728A-3AAA-2941-8DD1-044C3F7B1982}">
      <dsp:nvSpPr>
        <dsp:cNvPr id="0" name=""/>
        <dsp:cNvSpPr/>
      </dsp:nvSpPr>
      <dsp:spPr>
        <a:xfrm>
          <a:off x="7900101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06FD0-4296-0240-B458-B2C50A6C540B}">
      <dsp:nvSpPr>
        <dsp:cNvPr id="0" name=""/>
        <dsp:cNvSpPr/>
      </dsp:nvSpPr>
      <dsp:spPr>
        <a:xfrm>
          <a:off x="7900101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Hyperparameter Optimization</a:t>
          </a:r>
        </a:p>
      </dsp:txBody>
      <dsp:txXfrm>
        <a:off x="7900101" y="622517"/>
        <a:ext cx="1337306" cy="519724"/>
      </dsp:txXfrm>
    </dsp:sp>
    <dsp:sp modelId="{FC3A667C-3374-EE4C-A32F-09558F8EAAEA}">
      <dsp:nvSpPr>
        <dsp:cNvPr id="0" name=""/>
        <dsp:cNvSpPr/>
      </dsp:nvSpPr>
      <dsp:spPr>
        <a:xfrm>
          <a:off x="7629646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CFE7-DB25-1C45-8B8E-1D9CD6DBC213}">
      <dsp:nvSpPr>
        <dsp:cNvPr id="0" name=""/>
        <dsp:cNvSpPr/>
      </dsp:nvSpPr>
      <dsp:spPr>
        <a:xfrm>
          <a:off x="8823301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823301" y="3143792"/>
        <a:ext cx="1337306" cy="835159"/>
      </dsp:txXfrm>
    </dsp:sp>
    <dsp:sp modelId="{96A0CA76-0549-A54C-B5A2-6E0A09A8293A}">
      <dsp:nvSpPr>
        <dsp:cNvPr id="0" name=""/>
        <dsp:cNvSpPr/>
      </dsp:nvSpPr>
      <dsp:spPr>
        <a:xfrm>
          <a:off x="8823301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Cross Validation</a:t>
          </a:r>
        </a:p>
      </dsp:txBody>
      <dsp:txXfrm>
        <a:off x="8823301" y="2592942"/>
        <a:ext cx="1337306" cy="550849"/>
      </dsp:txXfrm>
    </dsp:sp>
    <dsp:sp modelId="{2F6F17F9-03E6-8C46-89C3-9CD787F8B8DE}">
      <dsp:nvSpPr>
        <dsp:cNvPr id="0" name=""/>
        <dsp:cNvSpPr/>
      </dsp:nvSpPr>
      <dsp:spPr>
        <a:xfrm>
          <a:off x="8552846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2455D-4E2A-9242-B8B5-324F7A87F1A3}">
      <dsp:nvSpPr>
        <dsp:cNvPr id="0" name=""/>
        <dsp:cNvSpPr/>
      </dsp:nvSpPr>
      <dsp:spPr>
        <a:xfrm>
          <a:off x="7562828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F9F73-DEAF-0E45-9B14-84389505CEB8}">
      <dsp:nvSpPr>
        <dsp:cNvPr id="0" name=""/>
        <dsp:cNvSpPr/>
      </dsp:nvSpPr>
      <dsp:spPr>
        <a:xfrm>
          <a:off x="8486027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09BA6-2A3A-A446-B124-A2437A81FADC}">
      <dsp:nvSpPr>
        <dsp:cNvPr id="0" name=""/>
        <dsp:cNvSpPr/>
      </dsp:nvSpPr>
      <dsp:spPr>
        <a:xfrm>
          <a:off x="9746500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9746500" y="1142241"/>
        <a:ext cx="1337306" cy="1004799"/>
      </dsp:txXfrm>
    </dsp:sp>
    <dsp:sp modelId="{E787DB89-AF02-0A49-A4D4-F47699CE1AFB}">
      <dsp:nvSpPr>
        <dsp:cNvPr id="0" name=""/>
        <dsp:cNvSpPr/>
      </dsp:nvSpPr>
      <dsp:spPr>
        <a:xfrm>
          <a:off x="9746500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Model Evaluation</a:t>
          </a:r>
        </a:p>
      </dsp:txBody>
      <dsp:txXfrm>
        <a:off x="9746500" y="622517"/>
        <a:ext cx="1337306" cy="519724"/>
      </dsp:txXfrm>
    </dsp:sp>
    <dsp:sp modelId="{79E82CC7-650A-4C4B-82A8-AC575315D4D3}">
      <dsp:nvSpPr>
        <dsp:cNvPr id="0" name=""/>
        <dsp:cNvSpPr/>
      </dsp:nvSpPr>
      <dsp:spPr>
        <a:xfrm>
          <a:off x="9476045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D0149-6431-254D-9736-E71F65250A3C}">
      <dsp:nvSpPr>
        <dsp:cNvPr id="0" name=""/>
        <dsp:cNvSpPr/>
      </dsp:nvSpPr>
      <dsp:spPr>
        <a:xfrm>
          <a:off x="9409227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507F9-0861-E64D-B4DA-801B2D651962}">
      <dsp:nvSpPr>
        <dsp:cNvPr id="0" name=""/>
        <dsp:cNvSpPr/>
      </dsp:nvSpPr>
      <dsp:spPr>
        <a:xfrm>
          <a:off x="0" y="1718120"/>
          <a:ext cx="6877550" cy="34709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9F102-509E-E646-8D58-5FE9DA26E215}">
      <dsp:nvSpPr>
        <dsp:cNvPr id="0" name=""/>
        <dsp:cNvSpPr/>
      </dsp:nvSpPr>
      <dsp:spPr>
        <a:xfrm>
          <a:off x="6696913" y="1596637"/>
          <a:ext cx="208257" cy="277676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28689-5F35-3646-B85A-B6DCB0BC74E4}">
      <dsp:nvSpPr>
        <dsp:cNvPr id="0" name=""/>
        <dsp:cNvSpPr/>
      </dsp:nvSpPr>
      <dsp:spPr>
        <a:xfrm>
          <a:off x="421864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1864" y="872564"/>
        <a:ext cx="1551402" cy="765189"/>
      </dsp:txXfrm>
    </dsp:sp>
    <dsp:sp modelId="{09FA8EDD-B9AD-F447-B787-92659B22C871}">
      <dsp:nvSpPr>
        <dsp:cNvPr id="0" name=""/>
        <dsp:cNvSpPr/>
      </dsp:nvSpPr>
      <dsp:spPr>
        <a:xfrm>
          <a:off x="421864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Training Data</a:t>
          </a:r>
          <a:endParaRPr lang="en-GB" sz="1300" kern="1200" dirty="0"/>
        </a:p>
      </dsp:txBody>
      <dsp:txXfrm>
        <a:off x="421864" y="476776"/>
        <a:ext cx="1551402" cy="395787"/>
      </dsp:txXfrm>
    </dsp:sp>
    <dsp:sp modelId="{5D24A6CF-DA12-8D44-82B1-8A82E12A679C}">
      <dsp:nvSpPr>
        <dsp:cNvPr id="0" name=""/>
        <dsp:cNvSpPr/>
      </dsp:nvSpPr>
      <dsp:spPr>
        <a:xfrm>
          <a:off x="198196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D2EDE-C9CC-4D46-907E-BC68FC37B950}">
      <dsp:nvSpPr>
        <dsp:cNvPr id="0" name=""/>
        <dsp:cNvSpPr/>
      </dsp:nvSpPr>
      <dsp:spPr>
        <a:xfrm>
          <a:off x="1408076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408076" y="2391398"/>
        <a:ext cx="1551402" cy="636002"/>
      </dsp:txXfrm>
    </dsp:sp>
    <dsp:sp modelId="{4586C572-0BCE-D248-A16A-8AB1C558E7C5}">
      <dsp:nvSpPr>
        <dsp:cNvPr id="0" name=""/>
        <dsp:cNvSpPr/>
      </dsp:nvSpPr>
      <dsp:spPr>
        <a:xfrm>
          <a:off x="1408076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Feature Scaling</a:t>
          </a:r>
          <a:endParaRPr lang="en-GB" sz="1300" kern="1200" dirty="0"/>
        </a:p>
      </dsp:txBody>
      <dsp:txXfrm>
        <a:off x="1408076" y="1971906"/>
        <a:ext cx="1551402" cy="419491"/>
      </dsp:txXfrm>
    </dsp:sp>
    <dsp:sp modelId="{AA6FEF77-5B5E-A24C-8595-2A64FA8EE65F}">
      <dsp:nvSpPr>
        <dsp:cNvPr id="0" name=""/>
        <dsp:cNvSpPr/>
      </dsp:nvSpPr>
      <dsp:spPr>
        <a:xfrm>
          <a:off x="1184409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3623C-C0DD-F64E-81EE-636E5C115B6B}">
      <dsp:nvSpPr>
        <dsp:cNvPr id="0" name=""/>
        <dsp:cNvSpPr/>
      </dsp:nvSpPr>
      <dsp:spPr>
        <a:xfrm>
          <a:off x="142937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02FDB-DBC8-0441-90E3-805D7176D261}">
      <dsp:nvSpPr>
        <dsp:cNvPr id="0" name=""/>
        <dsp:cNvSpPr/>
      </dsp:nvSpPr>
      <dsp:spPr>
        <a:xfrm>
          <a:off x="1129149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223FB-15C3-ED41-90D1-A631CA83FCD7}">
      <dsp:nvSpPr>
        <dsp:cNvPr id="0" name=""/>
        <dsp:cNvSpPr/>
      </dsp:nvSpPr>
      <dsp:spPr>
        <a:xfrm>
          <a:off x="2394288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394288" y="872564"/>
        <a:ext cx="1551402" cy="765189"/>
      </dsp:txXfrm>
    </dsp:sp>
    <dsp:sp modelId="{01220DCF-E88A-2D48-A521-E32FEB7BF8AE}">
      <dsp:nvSpPr>
        <dsp:cNvPr id="0" name=""/>
        <dsp:cNvSpPr/>
      </dsp:nvSpPr>
      <dsp:spPr>
        <a:xfrm>
          <a:off x="2394288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Feature Selection</a:t>
          </a:r>
          <a:endParaRPr lang="en-GB" sz="1300" kern="1200" dirty="0"/>
        </a:p>
      </dsp:txBody>
      <dsp:txXfrm>
        <a:off x="2394288" y="476776"/>
        <a:ext cx="1551402" cy="395787"/>
      </dsp:txXfrm>
    </dsp:sp>
    <dsp:sp modelId="{7C6A026B-A61F-054E-8512-11A46F084F6D}">
      <dsp:nvSpPr>
        <dsp:cNvPr id="0" name=""/>
        <dsp:cNvSpPr/>
      </dsp:nvSpPr>
      <dsp:spPr>
        <a:xfrm>
          <a:off x="2170621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1F793-71F2-B24B-9980-235BB2ECB71C}">
      <dsp:nvSpPr>
        <dsp:cNvPr id="0" name=""/>
        <dsp:cNvSpPr/>
      </dsp:nvSpPr>
      <dsp:spPr>
        <a:xfrm>
          <a:off x="3380501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380501" y="2391398"/>
        <a:ext cx="1551402" cy="636002"/>
      </dsp:txXfrm>
    </dsp:sp>
    <dsp:sp modelId="{E9E42FF9-C5F8-E242-88C2-615852485E15}">
      <dsp:nvSpPr>
        <dsp:cNvPr id="0" name=""/>
        <dsp:cNvSpPr/>
      </dsp:nvSpPr>
      <dsp:spPr>
        <a:xfrm>
          <a:off x="3380501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GridSearchCV</a:t>
          </a:r>
          <a:endParaRPr lang="en-GB" sz="1300" kern="1200" dirty="0"/>
        </a:p>
      </dsp:txBody>
      <dsp:txXfrm>
        <a:off x="3380501" y="1971906"/>
        <a:ext cx="1551402" cy="419491"/>
      </dsp:txXfrm>
    </dsp:sp>
    <dsp:sp modelId="{5943DA73-4BEA-3549-852D-496CC0C2A6C0}">
      <dsp:nvSpPr>
        <dsp:cNvPr id="0" name=""/>
        <dsp:cNvSpPr/>
      </dsp:nvSpPr>
      <dsp:spPr>
        <a:xfrm>
          <a:off x="3156833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30E44-A91D-A44B-927E-C52D4B8A07F7}">
      <dsp:nvSpPr>
        <dsp:cNvPr id="0" name=""/>
        <dsp:cNvSpPr/>
      </dsp:nvSpPr>
      <dsp:spPr>
        <a:xfrm>
          <a:off x="2115362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D565A-A3F4-D847-878A-D95F8C402D47}">
      <dsp:nvSpPr>
        <dsp:cNvPr id="0" name=""/>
        <dsp:cNvSpPr/>
      </dsp:nvSpPr>
      <dsp:spPr>
        <a:xfrm>
          <a:off x="3101574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4365E-6902-9945-B349-D68B533287F1}">
      <dsp:nvSpPr>
        <dsp:cNvPr id="0" name=""/>
        <dsp:cNvSpPr/>
      </dsp:nvSpPr>
      <dsp:spPr>
        <a:xfrm>
          <a:off x="4366713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66713" y="872564"/>
        <a:ext cx="1551402" cy="765189"/>
      </dsp:txXfrm>
    </dsp:sp>
    <dsp:sp modelId="{BE702DAE-3424-9C4F-9D16-052397BDA6A4}">
      <dsp:nvSpPr>
        <dsp:cNvPr id="0" name=""/>
        <dsp:cNvSpPr/>
      </dsp:nvSpPr>
      <dsp:spPr>
        <a:xfrm>
          <a:off x="4366713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Best Model</a:t>
          </a:r>
          <a:endParaRPr lang="en-GB" sz="1300" kern="1200" dirty="0"/>
        </a:p>
      </dsp:txBody>
      <dsp:txXfrm>
        <a:off x="4366713" y="476776"/>
        <a:ext cx="1551402" cy="395787"/>
      </dsp:txXfrm>
    </dsp:sp>
    <dsp:sp modelId="{E4840B3B-C3FD-2246-8F70-9E8347359904}">
      <dsp:nvSpPr>
        <dsp:cNvPr id="0" name=""/>
        <dsp:cNvSpPr/>
      </dsp:nvSpPr>
      <dsp:spPr>
        <a:xfrm>
          <a:off x="4143045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2BB8C-DD40-5C4A-8C36-BE6418CBFFF2}">
      <dsp:nvSpPr>
        <dsp:cNvPr id="0" name=""/>
        <dsp:cNvSpPr/>
      </dsp:nvSpPr>
      <dsp:spPr>
        <a:xfrm>
          <a:off x="5352925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352925" y="2391398"/>
        <a:ext cx="1551402" cy="636002"/>
      </dsp:txXfrm>
    </dsp:sp>
    <dsp:sp modelId="{9C7E92B0-4169-0F45-B97A-E0B0EBA5AC93}">
      <dsp:nvSpPr>
        <dsp:cNvPr id="0" name=""/>
        <dsp:cNvSpPr/>
      </dsp:nvSpPr>
      <dsp:spPr>
        <a:xfrm>
          <a:off x="5352925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Testing Data</a:t>
          </a:r>
          <a:endParaRPr lang="en-GB" sz="1300" kern="1200" dirty="0"/>
        </a:p>
      </dsp:txBody>
      <dsp:txXfrm>
        <a:off x="5352925" y="1971906"/>
        <a:ext cx="1551402" cy="419491"/>
      </dsp:txXfrm>
    </dsp:sp>
    <dsp:sp modelId="{0FC7B7CC-F2A3-2849-9436-EF60DC0FFB7B}">
      <dsp:nvSpPr>
        <dsp:cNvPr id="0" name=""/>
        <dsp:cNvSpPr/>
      </dsp:nvSpPr>
      <dsp:spPr>
        <a:xfrm>
          <a:off x="5129257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43314-BAF1-7941-855D-C99A6EAD9A76}">
      <dsp:nvSpPr>
        <dsp:cNvPr id="0" name=""/>
        <dsp:cNvSpPr/>
      </dsp:nvSpPr>
      <dsp:spPr>
        <a:xfrm>
          <a:off x="4087786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814A6-4B9C-FD46-8D4E-DE130ED14B84}">
      <dsp:nvSpPr>
        <dsp:cNvPr id="0" name=""/>
        <dsp:cNvSpPr/>
      </dsp:nvSpPr>
      <dsp:spPr>
        <a:xfrm>
          <a:off x="5073998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5056C-600B-B842-9AF0-76BED7C05BA3}">
      <dsp:nvSpPr>
        <dsp:cNvPr id="0" name=""/>
        <dsp:cNvSpPr/>
      </dsp:nvSpPr>
      <dsp:spPr>
        <a:xfrm>
          <a:off x="0" y="1452485"/>
          <a:ext cx="5059987" cy="2934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7951B-0176-1445-8179-09514FDA1C47}">
      <dsp:nvSpPr>
        <dsp:cNvPr id="0" name=""/>
        <dsp:cNvSpPr/>
      </dsp:nvSpPr>
      <dsp:spPr>
        <a:xfrm>
          <a:off x="4904250" y="1349784"/>
          <a:ext cx="176058" cy="234745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5AAF9-5FEA-D540-9D0A-736B8411473D}">
      <dsp:nvSpPr>
        <dsp:cNvPr id="0" name=""/>
        <dsp:cNvSpPr/>
      </dsp:nvSpPr>
      <dsp:spPr>
        <a:xfrm>
          <a:off x="334837" y="946238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EE66B-998D-4445-B5E0-C81ADE602D4A}">
      <dsp:nvSpPr>
        <dsp:cNvPr id="0" name=""/>
        <dsp:cNvSpPr/>
      </dsp:nvSpPr>
      <dsp:spPr>
        <a:xfrm>
          <a:off x="334837" y="611642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Class Imbalance</a:t>
          </a:r>
          <a:br>
            <a:rPr lang="en-DE" sz="1400" kern="1200" dirty="0"/>
          </a:br>
          <a:endParaRPr lang="en-GB" sz="1400" kern="1200" dirty="0"/>
        </a:p>
      </dsp:txBody>
      <dsp:txXfrm>
        <a:off x="334837" y="611642"/>
        <a:ext cx="1334759" cy="334595"/>
      </dsp:txXfrm>
    </dsp:sp>
    <dsp:sp modelId="{8C87E699-7E42-2F49-9FD9-641BB07A721B}">
      <dsp:nvSpPr>
        <dsp:cNvPr id="0" name=""/>
        <dsp:cNvSpPr/>
      </dsp:nvSpPr>
      <dsp:spPr>
        <a:xfrm>
          <a:off x="169835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81355-4F78-6A45-BCF5-40F0E77C2617}">
      <dsp:nvSpPr>
        <dsp:cNvPr id="0" name=""/>
        <dsp:cNvSpPr/>
      </dsp:nvSpPr>
      <dsp:spPr>
        <a:xfrm>
          <a:off x="1187282" y="2348978"/>
          <a:ext cx="1334759" cy="537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ACCA35-222A-6C47-B4A5-97A0F384646C}">
      <dsp:nvSpPr>
        <dsp:cNvPr id="0" name=""/>
        <dsp:cNvSpPr/>
      </dsp:nvSpPr>
      <dsp:spPr>
        <a:xfrm>
          <a:off x="1187282" y="1994343"/>
          <a:ext cx="1334759" cy="354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Poor Sensitivity</a:t>
          </a:r>
          <a:br>
            <a:rPr lang="en-DE" sz="1400" kern="1200" dirty="0"/>
          </a:br>
          <a:endParaRPr lang="en-GB" sz="1400" kern="1200" dirty="0"/>
        </a:p>
      </dsp:txBody>
      <dsp:txXfrm>
        <a:off x="1187282" y="1994343"/>
        <a:ext cx="1334759" cy="354634"/>
      </dsp:txXfrm>
    </dsp:sp>
    <dsp:sp modelId="{09AC780F-6BE8-2841-9120-00BE970B4EB6}">
      <dsp:nvSpPr>
        <dsp:cNvPr id="0" name=""/>
        <dsp:cNvSpPr/>
      </dsp:nvSpPr>
      <dsp:spPr>
        <a:xfrm>
          <a:off x="1015726" y="1461028"/>
          <a:ext cx="22313" cy="112110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5784C-7DAE-A847-954C-245A5E11ED33}">
      <dsp:nvSpPr>
        <dsp:cNvPr id="0" name=""/>
        <dsp:cNvSpPr/>
      </dsp:nvSpPr>
      <dsp:spPr>
        <a:xfrm>
          <a:off x="122976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E48DE-755A-3E49-9374-C190505D174A}">
      <dsp:nvSpPr>
        <dsp:cNvPr id="0" name=""/>
        <dsp:cNvSpPr/>
      </dsp:nvSpPr>
      <dsp:spPr>
        <a:xfrm>
          <a:off x="968867" y="2524114"/>
          <a:ext cx="116032" cy="1160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DDFF9-0B1B-FE4A-8C4E-BD4519460DA5}">
      <dsp:nvSpPr>
        <dsp:cNvPr id="0" name=""/>
        <dsp:cNvSpPr/>
      </dsp:nvSpPr>
      <dsp:spPr>
        <a:xfrm>
          <a:off x="2007746" y="1224922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585169-FB84-2D46-AF02-7C656B7857B9}">
      <dsp:nvSpPr>
        <dsp:cNvPr id="0" name=""/>
        <dsp:cNvSpPr/>
      </dsp:nvSpPr>
      <dsp:spPr>
        <a:xfrm>
          <a:off x="2007746" y="890327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Apply Class Weight</a:t>
          </a:r>
          <a:br>
            <a:rPr lang="en-DE" sz="1400" kern="1200" dirty="0"/>
          </a:br>
          <a:endParaRPr lang="en-GB" sz="1400" kern="1200" dirty="0"/>
        </a:p>
      </dsp:txBody>
      <dsp:txXfrm>
        <a:off x="2007746" y="890327"/>
        <a:ext cx="1334759" cy="334595"/>
      </dsp:txXfrm>
    </dsp:sp>
    <dsp:sp modelId="{D27B74BC-8B0A-4744-B422-B82A5045A1BC}">
      <dsp:nvSpPr>
        <dsp:cNvPr id="0" name=""/>
        <dsp:cNvSpPr/>
      </dsp:nvSpPr>
      <dsp:spPr>
        <a:xfrm>
          <a:off x="1861617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FCF43-B741-9B44-AA15-C8281447774A}">
      <dsp:nvSpPr>
        <dsp:cNvPr id="0" name=""/>
        <dsp:cNvSpPr/>
      </dsp:nvSpPr>
      <dsp:spPr>
        <a:xfrm>
          <a:off x="2897177" y="2021579"/>
          <a:ext cx="1334759" cy="537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06E9E-855C-7246-88C4-E5BCEEC93441}">
      <dsp:nvSpPr>
        <dsp:cNvPr id="0" name=""/>
        <dsp:cNvSpPr/>
      </dsp:nvSpPr>
      <dsp:spPr>
        <a:xfrm>
          <a:off x="2897177" y="1666945"/>
          <a:ext cx="1334759" cy="354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600" kern="1200" dirty="0"/>
        </a:p>
      </dsp:txBody>
      <dsp:txXfrm>
        <a:off x="2897177" y="1666945"/>
        <a:ext cx="1334759" cy="354634"/>
      </dsp:txXfrm>
    </dsp:sp>
    <dsp:sp modelId="{D323C4A2-C59B-A148-AAE3-1221B3E474E3}">
      <dsp:nvSpPr>
        <dsp:cNvPr id="0" name=""/>
        <dsp:cNvSpPr/>
      </dsp:nvSpPr>
      <dsp:spPr>
        <a:xfrm>
          <a:off x="2707509" y="1461028"/>
          <a:ext cx="22313" cy="112110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0FF5D-D210-6E49-AB1A-7EB61024ED7C}">
      <dsp:nvSpPr>
        <dsp:cNvPr id="0" name=""/>
        <dsp:cNvSpPr/>
      </dsp:nvSpPr>
      <dsp:spPr>
        <a:xfrm>
          <a:off x="1814758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FF64F-F52C-8B49-89A6-08FE37DBAA36}">
      <dsp:nvSpPr>
        <dsp:cNvPr id="0" name=""/>
        <dsp:cNvSpPr/>
      </dsp:nvSpPr>
      <dsp:spPr>
        <a:xfrm>
          <a:off x="2660649" y="2524114"/>
          <a:ext cx="116032" cy="1160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837BB-7F90-3F46-9E55-56F5CC7AA4DA}">
      <dsp:nvSpPr>
        <dsp:cNvPr id="0" name=""/>
        <dsp:cNvSpPr/>
      </dsp:nvSpPr>
      <dsp:spPr>
        <a:xfrm>
          <a:off x="3745549" y="724478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0C8A3-4AD8-A243-9AB1-90C0A7E66998}">
      <dsp:nvSpPr>
        <dsp:cNvPr id="0" name=""/>
        <dsp:cNvSpPr/>
      </dsp:nvSpPr>
      <dsp:spPr>
        <a:xfrm>
          <a:off x="3745549" y="389882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Train New Models</a:t>
          </a:r>
          <a:endParaRPr lang="en-GB" sz="1400" kern="1200" dirty="0"/>
        </a:p>
      </dsp:txBody>
      <dsp:txXfrm>
        <a:off x="3745549" y="389882"/>
        <a:ext cx="1334759" cy="334595"/>
      </dsp:txXfrm>
    </dsp:sp>
    <dsp:sp modelId="{E895B283-7FA4-A647-896F-71F5B74DF03D}">
      <dsp:nvSpPr>
        <dsp:cNvPr id="0" name=""/>
        <dsp:cNvSpPr/>
      </dsp:nvSpPr>
      <dsp:spPr>
        <a:xfrm>
          <a:off x="3553400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F9EA6-1731-1546-A23E-BF2EF37ED432}">
      <dsp:nvSpPr>
        <dsp:cNvPr id="0" name=""/>
        <dsp:cNvSpPr/>
      </dsp:nvSpPr>
      <dsp:spPr>
        <a:xfrm>
          <a:off x="3506541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FDC22-A201-B047-A037-4E628C486D2B}" type="datetimeFigureOut">
              <a:rPr lang="en-DE" smtClean="0"/>
              <a:t>06.07.26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3B763-BE95-964C-BCB6-4CA661E1D19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124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3B763-BE95-964C-BCB6-4CA661E1D193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888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3B763-BE95-964C-BCB6-4CA661E1D193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1875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ED57A5B6-F0A2-AA47-85B1-1D9A62B65C62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83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E6C-F1E7-5145-975E-CF440BCC588D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0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2D26-C595-044E-B0F2-759F67FAB046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8361-2678-B446-9DFF-C5D409737323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9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B3F9-AC43-0045-BC87-BD32AA4CAED4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1493-AE3C-144E-927B-1EBA778F1618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2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D4D2-7FE5-FB4F-841D-706A442AA8CD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C8A154FA-145D-9840-B5B4-85701CA5ECDE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9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FDBEE17F-AD96-F645-8DE5-AAC538A48726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56EC-661D-B94C-A0B5-36D4A6BE6D8B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0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42602E3-070A-7045-B125-6044E7BFEDE3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029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CFE7C6C-6844-6E45-8DEE-6E24EEF3C842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800" r:id="rId6"/>
    <p:sldLayoutId id="2147483795" r:id="rId7"/>
    <p:sldLayoutId id="2147483796" r:id="rId8"/>
    <p:sldLayoutId id="2147483797" r:id="rId9"/>
    <p:sldLayoutId id="2147483799" r:id="rId10"/>
    <p:sldLayoutId id="2147483798" r:id="rId11"/>
  </p:sldLayoutIdLst>
  <p:hf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EA620-2F77-B53C-45CC-9A2BE5E25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540" y="1113327"/>
            <a:ext cx="5818142" cy="2019488"/>
          </a:xfrm>
        </p:spPr>
        <p:txBody>
          <a:bodyPr vert="horz" lIns="109728" tIns="109728" rIns="109728" bIns="91440" rtlCol="0" anchor="ctr">
            <a:normAutofit fontScale="90000"/>
          </a:bodyPr>
          <a:lstStyle/>
          <a:p>
            <a:pPr>
              <a:lnSpc>
                <a:spcPct val="140000"/>
              </a:lnSpc>
            </a:pPr>
            <a:r>
              <a:rPr lang="en-US" sz="2700" b="1" dirty="0">
                <a:solidFill>
                  <a:schemeClr val="bg1"/>
                </a:solidFill>
              </a:rPr>
              <a:t>Heart Disease Prediction using Machine Learning</a:t>
            </a:r>
            <a:br>
              <a:rPr lang="en-US" sz="1400" b="1" dirty="0">
                <a:solidFill>
                  <a:schemeClr val="bg1"/>
                </a:solidFill>
              </a:rPr>
            </a:br>
            <a:br>
              <a:rPr lang="en-US" sz="1300" b="1" dirty="0">
                <a:solidFill>
                  <a:schemeClr val="bg1"/>
                </a:solidFill>
              </a:rPr>
            </a:b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FFFCA-4930-0F58-D842-2CBBF3C8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4622" y="3707541"/>
            <a:ext cx="5117253" cy="2505801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Parth Navadiya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Narender Kumar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B.Sc. Artificial Intelligence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Deggendorf Institute of Technology</a:t>
            </a:r>
          </a:p>
          <a:p>
            <a:pPr>
              <a:lnSpc>
                <a:spcPct val="130000"/>
              </a:lnSpc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70B2CE-6A89-2675-E841-F01B2BEE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3" r="5285"/>
          <a:stretch>
            <a:fillRect/>
          </a:stretch>
        </p:blipFill>
        <p:spPr>
          <a:xfrm>
            <a:off x="6857698" y="10"/>
            <a:ext cx="5334301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E9561-661E-E06C-E531-9BE6B333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6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363234-E0BA-4476-B051-D8D9FA506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70646"/>
            <a:ext cx="4062884" cy="57213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7FA2-C2A6-0B57-D715-CCDBFAD8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1200863"/>
            <a:ext cx="3119717" cy="4306007"/>
          </a:xfrm>
        </p:spPr>
        <p:txBody>
          <a:bodyPr>
            <a:normAutofit/>
          </a:bodyPr>
          <a:lstStyle/>
          <a:p>
            <a:r>
              <a:rPr lang="en-DE" sz="3100">
                <a:solidFill>
                  <a:schemeClr val="bg1"/>
                </a:solidFill>
              </a:rPr>
              <a:t>Presentation Outline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6572"/>
            <a:ext cx="4056987" cy="51328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20996" y="534650"/>
            <a:ext cx="8071002" cy="568327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A286C7-EFC7-4DFE-967A-7E37BA0F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92001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C9F0E8-EF8B-43C1-9C77-E9DDAF1A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59990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9DC473-98F8-45DF-B136-EC0F0F4C6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BAA0E39-BD5B-2FB8-C5E7-9EFF30316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100448"/>
              </p:ext>
            </p:extLst>
          </p:nvPr>
        </p:nvGraphicFramePr>
        <p:xfrm>
          <a:off x="4757929" y="1164597"/>
          <a:ext cx="6790606" cy="4378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195DD-4C71-A878-C06B-4E666B21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8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Heartbeat">
            <a:extLst>
              <a:ext uri="{FF2B5EF4-FFF2-40B4-BE49-F238E27FC236}">
                <a16:creationId xmlns:a16="http://schemas.microsoft.com/office/drawing/2014/main" id="{0822D240-FDC9-FED5-E0A9-DF163EAB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646" y="1750192"/>
            <a:ext cx="3328786" cy="33287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45021-A139-8C07-1389-02BBEA2A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>
            <a:normAutofit/>
          </a:bodyPr>
          <a:lstStyle/>
          <a:p>
            <a:r>
              <a:rPr lang="en-DE"/>
              <a:t>Motivation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3B07D2C-F6D5-E172-3706-A32C3685B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857" y="2268656"/>
            <a:ext cx="6627226" cy="3505938"/>
          </a:xfrm>
        </p:spPr>
        <p:txBody>
          <a:bodyPr anchor="t">
            <a:normAutofit/>
          </a:bodyPr>
          <a:lstStyle/>
          <a:p>
            <a:r>
              <a:rPr lang="en-DE"/>
              <a:t>Why Heart Disease Prediction?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Leading cause of death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Early detection improves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Machine Learning can support clinical decision-making</a:t>
            </a:r>
          </a:p>
          <a:p>
            <a:endParaRPr lang="en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6AFC-5DA3-5A1B-E229-36DFB0D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64622-2C26-135A-6352-0AAA9AFA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400" b="0" cap="all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BD75C-491E-E153-231F-7AEBF0AD639C}"/>
              </a:ext>
            </a:extLst>
          </p:cNvPr>
          <p:cNvSpPr txBox="1"/>
          <p:nvPr/>
        </p:nvSpPr>
        <p:spPr>
          <a:xfrm>
            <a:off x="1635104" y="3751119"/>
            <a:ext cx="4797502" cy="1606163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 sz="24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BRFSS 2015 Dataset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A24B8-E25D-DD36-9CFF-AEA9EF9F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77E998-709A-78E9-6E18-2FE0C01A8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805"/>
              </p:ext>
            </p:extLst>
          </p:nvPr>
        </p:nvGraphicFramePr>
        <p:xfrm>
          <a:off x="6923943" y="1416014"/>
          <a:ext cx="5242166" cy="422278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707586">
                  <a:extLst>
                    <a:ext uri="{9D8B030D-6E8A-4147-A177-3AD203B41FA5}">
                      <a16:colId xmlns:a16="http://schemas.microsoft.com/office/drawing/2014/main" val="2732980856"/>
                    </a:ext>
                  </a:extLst>
                </a:gridCol>
                <a:gridCol w="3534580">
                  <a:extLst>
                    <a:ext uri="{9D8B030D-6E8A-4147-A177-3AD203B41FA5}">
                      <a16:colId xmlns:a16="http://schemas.microsoft.com/office/drawing/2014/main" val="290781838"/>
                    </a:ext>
                  </a:extLst>
                </a:gridCol>
              </a:tblGrid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50863"/>
                  </a:ext>
                </a:extLst>
              </a:tr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BRFSS 2015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127543"/>
                  </a:ext>
                </a:extLst>
              </a:tr>
              <a:tr h="1305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CDC Behavioral Risk Factor Surveillance System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12439"/>
                  </a:ext>
                </a:extLst>
              </a:tr>
              <a:tr h="959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900"/>
                        <a:t>Learning </a:t>
                      </a: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Binary Classification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42002"/>
                  </a:ext>
                </a:extLst>
              </a:tr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Target 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HeartDiseaseorAttack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06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9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3E719-9B32-AD18-0996-D49F0B9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04" y="1072110"/>
            <a:ext cx="3877943" cy="1862345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500" b="0" cap="all" dirty="0"/>
              <a:t>Dataset Characteristics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91008-0DD0-369F-F92D-1323DA40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934455"/>
            <a:ext cx="4049486" cy="2840139"/>
          </a:xfrm>
        </p:spPr>
        <p:txBody>
          <a:bodyPr anchor="t">
            <a:normAutofit/>
          </a:bodyPr>
          <a:lstStyle/>
          <a:p>
            <a:r>
              <a:rPr lang="en-DE" sz="1600" b="0"/>
              <a:t>• Majority class = Healthy</a:t>
            </a:r>
          </a:p>
          <a:p>
            <a:r>
              <a:rPr lang="en-DE" sz="1600" b="0"/>
              <a:t>• Minority class = Heart Disease</a:t>
            </a:r>
          </a:p>
          <a:p>
            <a:r>
              <a:rPr lang="en-DE" sz="1600" b="0"/>
              <a:t>• Strong class imbalance</a:t>
            </a:r>
          </a:p>
          <a:p>
            <a:endParaRPr lang="en-DE" dirty="0"/>
          </a:p>
          <a:p>
            <a:r>
              <a:rPr sz="1800"/>
              <a:t>253,680 responses (229,781 after removing duplicates)</a:t>
            </a:r>
          </a:p>
          <a:p>
            <a:r>
              <a:rPr sz="1800"/>
              <a:t>21 numeric features + 1 binary target</a:t>
            </a:r>
          </a:p>
          <a:p>
            <a:r>
              <a:rPr sz="1800"/>
              <a:t>Source: CDC BRFSS 2015 self-reported telephone survey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35410-196D-3986-5973-DAA756BBA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79" y="901157"/>
            <a:ext cx="6598050" cy="504203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19D45-E546-43B3-1729-7B906B10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7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AA1C-6418-2BCA-EF0F-206386AB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100" b="0" cap="all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Pipette adding DNA sample to a petri dish">
            <a:extLst>
              <a:ext uri="{FF2B5EF4-FFF2-40B4-BE49-F238E27FC236}">
                <a16:creationId xmlns:a16="http://schemas.microsoft.com/office/drawing/2014/main" id="{445BC0B9-514C-BE73-27FD-E20AB7744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32" b="-2"/>
          <a:stretch>
            <a:fillRect/>
          </a:stretch>
        </p:blipFill>
        <p:spPr>
          <a:xfrm>
            <a:off x="7344569" y="1268564"/>
            <a:ext cx="4362798" cy="42568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520BC-4A4F-0491-2EA9-46D99EDE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1017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ss_condition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600"/>
            <a:ext cx="10058400" cy="6400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20B86-2EDA-9769-9FC5-215B2035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24E75-84E0-2E3F-9696-17A6756F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5" y="0"/>
            <a:ext cx="8673353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20B86-2EDA-9769-9FC5-215B2035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3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0B7A1-847F-C323-1E9E-EA0B9EC1AC4F}"/>
              </a:ext>
            </a:extLst>
          </p:cNvPr>
          <p:cNvSpPr txBox="1"/>
          <p:nvPr/>
        </p:nvSpPr>
        <p:spPr>
          <a:xfrm>
            <a:off x="1535371" y="1044054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49B60-4AC6-66BA-AE71-31F596A79BA2}"/>
              </a:ext>
            </a:extLst>
          </p:cNvPr>
          <p:cNvSpPr txBox="1"/>
          <p:nvPr/>
        </p:nvSpPr>
        <p:spPr>
          <a:xfrm>
            <a:off x="1535371" y="2702257"/>
            <a:ext cx="9935571" cy="342615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Observations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is associated with several health-related variables. 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Blood Pressure and High Cholesterol show noticeable relationships. 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correlations are moderate, indicating that multiple features contribute to prediction. 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b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B6057-F5C7-54BF-D0DD-3062D904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1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45F8234-3080-4C07-B575-B79541029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olourful pins linked with threads">
            <a:extLst>
              <a:ext uri="{FF2B5EF4-FFF2-40B4-BE49-F238E27FC236}">
                <a16:creationId xmlns:a16="http://schemas.microsoft.com/office/drawing/2014/main" id="{E717DAB6-6F8C-90FB-0CFE-B3AD7009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" b="1452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B0E0466-9F2F-4C27-AE6F-953F891B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554430" y="1148464"/>
            <a:ext cx="4637567" cy="50191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80B9C-0711-4217-9038-0A798E67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7352" y="1479340"/>
            <a:ext cx="3351729" cy="301528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3100" b="0" cap="all"/>
              <a:t>Correlation with Target Variable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F2DCBC-B44F-4E3C-871F-87CC2B8BD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5"/>
            <a:ext cx="6858002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3065B8-2E07-4810-B74C-42FD0409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1084456"/>
            <a:ext cx="463600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529F17-FB87-4ECB-9485-C58500A1B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6109423"/>
            <a:ext cx="463600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26815-F1AB-1475-6C95-A926643B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3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6A46-8FDF-45E2-4813-E49AC94D4387}"/>
              </a:ext>
            </a:extLst>
          </p:cNvPr>
          <p:cNvSpPr txBox="1"/>
          <p:nvPr/>
        </p:nvSpPr>
        <p:spPr>
          <a:xfrm>
            <a:off x="519108" y="2226640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Influential Features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 Health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Blood Pressure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Cholesterol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Difficulty Walking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B45C3-C2E9-AF2E-3506-49226C4CB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21" y="783891"/>
            <a:ext cx="6890601" cy="533502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379C3B-DA39-D8A9-8E43-6D956BEA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1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4FE8D-2FD7-35AD-B8E2-946C90E9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Machine Learning Evaluation Pipeline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709070-0075-E231-2C0A-2CC3A8FE56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154556"/>
              </p:ext>
            </p:extLst>
          </p:nvPr>
        </p:nvGraphicFramePr>
        <p:xfrm>
          <a:off x="1102777" y="2300162"/>
          <a:ext cx="11089222" cy="4557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54992-03D3-9175-7597-DD584DA3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41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EEA97-399D-1A5C-77EF-708EBA65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08" y="957944"/>
            <a:ext cx="3858940" cy="197651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2800" cap="all" dirty="0"/>
              <a:t>Experimental Design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36876-A3A9-E2C5-0D50-34F223B499D4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CD0562-C8DB-B093-C8E4-285F1F2F7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433547"/>
              </p:ext>
            </p:extLst>
          </p:nvPr>
        </p:nvGraphicFramePr>
        <p:xfrm>
          <a:off x="276061" y="2836258"/>
          <a:ext cx="4104120" cy="317993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19758">
                  <a:extLst>
                    <a:ext uri="{9D8B030D-6E8A-4147-A177-3AD203B41FA5}">
                      <a16:colId xmlns:a16="http://schemas.microsoft.com/office/drawing/2014/main" val="2164274630"/>
                    </a:ext>
                  </a:extLst>
                </a:gridCol>
                <a:gridCol w="2084362">
                  <a:extLst>
                    <a:ext uri="{9D8B030D-6E8A-4147-A177-3AD203B41FA5}">
                      <a16:colId xmlns:a16="http://schemas.microsoft.com/office/drawing/2014/main" val="2529079349"/>
                    </a:ext>
                  </a:extLst>
                </a:gridCol>
              </a:tblGrid>
              <a:tr h="65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Step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Description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4206229213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Train/Test Split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70% / 30% (split first, avoids leakage)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3558396774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Feature Scaling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StandardScaler (kNN/SVM use distances)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1053367773"/>
                  </a:ext>
                </a:extLst>
              </a:tr>
              <a:tr h="869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Feature Selection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Evaluated; kept all 21 features (p &lt;&lt; n)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2876942054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Cross Validation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5-Fold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2726290841"/>
                  </a:ext>
                </a:extLst>
              </a:tr>
              <a:tr h="608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Hyperparameter Search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GridSearchCV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19912050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C0823-DAE4-6F11-3CAE-11EEAD44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93F738D-2E7C-F336-EF82-49D870580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631290"/>
              </p:ext>
            </p:extLst>
          </p:nvPr>
        </p:nvGraphicFramePr>
        <p:xfrm>
          <a:off x="4933773" y="1478664"/>
          <a:ext cx="6905171" cy="3470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E391CD-ADD3-8D80-6187-121F04B29BD1}"/>
              </a:ext>
            </a:extLst>
          </p:cNvPr>
          <p:cNvSpPr txBox="1"/>
          <p:nvPr/>
        </p:nvSpPr>
        <p:spPr>
          <a:xfrm>
            <a:off x="5101014" y="5042846"/>
            <a:ext cx="6315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same experimental setup was applied to every </a:t>
            </a:r>
          </a:p>
          <a:p>
            <a:r>
              <a:rPr lang="en-DE" dirty="0"/>
              <a:t>model to ensure a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118649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2AE5E-6DBA-6C84-96F7-717D3913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Models Evaluated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A1073-1B10-8A3F-0D01-D48B4440A32C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 Metrics</a:t>
            </a: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Balanced Accuracy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Specificity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B81BA-5584-4F58-1F23-67226006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E8E192-DFB9-4266-F1C3-4F44611A3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704465"/>
              </p:ext>
            </p:extLst>
          </p:nvPr>
        </p:nvGraphicFramePr>
        <p:xfrm>
          <a:off x="5188714" y="1713401"/>
          <a:ext cx="6514471" cy="34312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5590">
                  <a:extLst>
                    <a:ext uri="{9D8B030D-6E8A-4147-A177-3AD203B41FA5}">
                      <a16:colId xmlns:a16="http://schemas.microsoft.com/office/drawing/2014/main" val="161361655"/>
                    </a:ext>
                  </a:extLst>
                </a:gridCol>
                <a:gridCol w="3348881">
                  <a:extLst>
                    <a:ext uri="{9D8B030D-6E8A-4147-A177-3AD203B41FA5}">
                      <a16:colId xmlns:a16="http://schemas.microsoft.com/office/drawing/2014/main" val="2720447433"/>
                    </a:ext>
                  </a:extLst>
                </a:gridCol>
              </a:tblGrid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3126"/>
                  </a:ext>
                </a:extLst>
              </a:tr>
              <a:tr h="1148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k-Nearest Neighbors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Baseline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820479"/>
                  </a:ext>
                </a:extLst>
              </a:tr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Advanced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779728"/>
                  </a:ext>
                </a:extLst>
              </a:tr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Linear SVM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Advanced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88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29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9EFEF-0EA1-BFBF-E78B-216EE8A4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Hyperparameter Optimization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7CCEC4A-EF97-729F-5986-76CE0E2F2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775" y="2702257"/>
            <a:ext cx="10885698" cy="3426158"/>
          </a:xfrm>
        </p:spPr>
        <p:txBody>
          <a:bodyPr numCol="3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dirty="0"/>
              <a:t>1. Optimization Method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GridSearchCV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>
              <a:lnSpc>
                <a:spcPct val="130000"/>
              </a:lnSpc>
            </a:pPr>
            <a:r>
              <a:rPr lang="en-DE" dirty="0"/>
              <a:t>  </a:t>
            </a:r>
          </a:p>
          <a:p>
            <a:pPr>
              <a:lnSpc>
                <a:spcPct val="130000"/>
              </a:lnSpc>
            </a:pPr>
            <a:r>
              <a:rPr lang="en-DE" dirty="0"/>
              <a:t>2. Parameters Optimized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Random Forest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Number of Trees 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Maximum Depth 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Maximum Features </a:t>
            </a:r>
          </a:p>
          <a:p>
            <a:pPr>
              <a:lnSpc>
                <a:spcPct val="130000"/>
              </a:lnSpc>
            </a:pPr>
            <a:endParaRPr lang="en-DE" dirty="0"/>
          </a:p>
          <a:p>
            <a:pPr>
              <a:lnSpc>
                <a:spcPct val="130000"/>
              </a:lnSpc>
            </a:pPr>
            <a:r>
              <a:rPr lang="en-DE" dirty="0"/>
              <a:t> </a:t>
            </a:r>
          </a:p>
          <a:p>
            <a:pPr>
              <a:lnSpc>
                <a:spcPct val="130000"/>
              </a:lnSpc>
            </a:pPr>
            <a:r>
              <a:rPr lang="en-DE" dirty="0"/>
              <a:t>3. Linear SVM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Regularization Parameter (C)</a:t>
            </a:r>
          </a:p>
          <a:p>
            <a:pPr>
              <a:lnSpc>
                <a:spcPct val="130000"/>
              </a:lnSpc>
            </a:pPr>
            <a:endParaRPr lang="en-DE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E0425-AA9C-7D9F-BB29-E3569697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42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7ADC0-DEBC-83EC-7EC6-20DDAA69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b="0" cap="all">
                <a:solidFill>
                  <a:schemeClr val="bg1"/>
                </a:solidFill>
              </a:rPr>
              <a:t>Cross Validation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7014-D137-6959-43B8-1C3543082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391770"/>
            <a:ext cx="9935571" cy="4466230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sz="1400" dirty="0"/>
              <a:t>Cross-Validation Setup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Method: 5-Fold Cross Validation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Model: k-Nearest Neighbors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Training Data Only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Metric: Accuracy </a:t>
            </a:r>
          </a:p>
          <a:p>
            <a:pPr lvl="3" indent="0">
              <a:lnSpc>
                <a:spcPct val="130000"/>
              </a:lnSpc>
              <a:buNone/>
            </a:pPr>
            <a:r>
              <a:rPr lang="en-DE" b="1" dirty="0"/>
              <a:t>Result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Mean Accuracy : 0.8775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Standard Deviation : 0.0018</a:t>
            </a:r>
          </a:p>
          <a:p>
            <a:pPr marL="285750" lvl="1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DE" sz="1400" b="1" dirty="0"/>
              <a:t>The low standard deviation indicates that the model performs consistently across different folds, suggesting stable generalization on unseen data.</a:t>
            </a:r>
          </a:p>
          <a:p>
            <a:pPr>
              <a:lnSpc>
                <a:spcPct val="130000"/>
              </a:lnSpc>
            </a:pPr>
            <a:endParaRPr lang="en-US" sz="1400" dirty="0"/>
          </a:p>
          <a:p>
            <a:pPr>
              <a:lnSpc>
                <a:spcPct val="130000"/>
              </a:lnSpc>
            </a:pPr>
            <a:endParaRPr lang="en-DE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2F153-2451-596B-C488-2041D0F38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42" y="2286324"/>
            <a:ext cx="5606475" cy="341644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C688B-0E8C-91B2-2CAD-115690A2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59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A198F-1212-682D-807E-2D0C8F6C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Evaluation 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571EC0-B076-10E4-4C30-2DE0A1358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795069"/>
              </p:ext>
            </p:extLst>
          </p:nvPr>
        </p:nvGraphicFramePr>
        <p:xfrm>
          <a:off x="2383180" y="2391770"/>
          <a:ext cx="8318090" cy="4031676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159045">
                  <a:extLst>
                    <a:ext uri="{9D8B030D-6E8A-4147-A177-3AD203B41FA5}">
                      <a16:colId xmlns:a16="http://schemas.microsoft.com/office/drawing/2014/main" val="638289215"/>
                    </a:ext>
                  </a:extLst>
                </a:gridCol>
                <a:gridCol w="4159045">
                  <a:extLst>
                    <a:ext uri="{9D8B030D-6E8A-4147-A177-3AD203B41FA5}">
                      <a16:colId xmlns:a16="http://schemas.microsoft.com/office/drawing/2014/main" val="2924475555"/>
                    </a:ext>
                  </a:extLst>
                </a:gridCol>
              </a:tblGrid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Why Used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75510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Overall correctness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232120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Handles imbalance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72477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Detect heart disease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474955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Specificity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Detect healthy people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025228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Overall discrimination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7296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C18E2-3692-654B-FE5B-8E90A050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96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E146B-B214-901A-F538-42ADC5A7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Initial Model Performance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3FCD6-9099-02D5-627C-6E44AA40B27C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All three models achieved high overall accuracy (&gt;89%). However, sensitivity remained very low, indicating that many heart disease cases were missed.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3262-E5B5-3733-C3DE-208E4060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C482174-0EF7-E3D6-07EF-529310CE7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847170"/>
              </p:ext>
            </p:extLst>
          </p:nvPr>
        </p:nvGraphicFramePr>
        <p:xfrm>
          <a:off x="4811486" y="2144486"/>
          <a:ext cx="6175061" cy="262036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368118">
                  <a:extLst>
                    <a:ext uri="{9D8B030D-6E8A-4147-A177-3AD203B41FA5}">
                      <a16:colId xmlns:a16="http://schemas.microsoft.com/office/drawing/2014/main" val="4123677130"/>
                    </a:ext>
                  </a:extLst>
                </a:gridCol>
                <a:gridCol w="965655">
                  <a:extLst>
                    <a:ext uri="{9D8B030D-6E8A-4147-A177-3AD203B41FA5}">
                      <a16:colId xmlns:a16="http://schemas.microsoft.com/office/drawing/2014/main" val="471882180"/>
                    </a:ext>
                  </a:extLst>
                </a:gridCol>
                <a:gridCol w="1748293">
                  <a:extLst>
                    <a:ext uri="{9D8B030D-6E8A-4147-A177-3AD203B41FA5}">
                      <a16:colId xmlns:a16="http://schemas.microsoft.com/office/drawing/2014/main" val="166254593"/>
                    </a:ext>
                  </a:extLst>
                </a:gridCol>
                <a:gridCol w="1081289">
                  <a:extLst>
                    <a:ext uri="{9D8B030D-6E8A-4147-A177-3AD203B41FA5}">
                      <a16:colId xmlns:a16="http://schemas.microsoft.com/office/drawing/2014/main" val="3259540026"/>
                    </a:ext>
                  </a:extLst>
                </a:gridCol>
                <a:gridCol w="1011706">
                  <a:extLst>
                    <a:ext uri="{9D8B030D-6E8A-4147-A177-3AD203B41FA5}">
                      <a16:colId xmlns:a16="http://schemas.microsoft.com/office/drawing/2014/main" val="1036116378"/>
                    </a:ext>
                  </a:extLst>
                </a:gridCol>
              </a:tblGrid>
              <a:tr h="785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20652"/>
                  </a:ext>
                </a:extLst>
              </a:tr>
              <a:tr h="46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kNN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87.7%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57.1%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18.5%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0.666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02231"/>
                  </a:ext>
                </a:extLst>
              </a:tr>
              <a:tr h="686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89.2%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54.5%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10.8%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0.804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670"/>
                  </a:ext>
                </a:extLst>
              </a:tr>
              <a:tr h="686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Linear SVM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  <a:highlight>
                            <a:srgbClr val="000080"/>
                          </a:highlight>
                        </a:rPr>
                        <a:t>89.9%</a:t>
                      </a:r>
                      <a:endParaRPr lang="en-DE" sz="1200" cap="none" spc="0" dirty="0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52.3%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5.0%</a:t>
                      </a:r>
                      <a:endParaRPr lang="en-DE" sz="1200" cap="none" spc="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0.836</a:t>
                      </a:r>
                      <a:endParaRPr lang="en-DE" sz="1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1939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FB8095-B7A1-B635-6EEB-1D92FB38B879}"/>
              </a:ext>
            </a:extLst>
          </p:cNvPr>
          <p:cNvSpPr txBox="1"/>
          <p:nvPr/>
        </p:nvSpPr>
        <p:spPr>
          <a:xfrm>
            <a:off x="4811486" y="5099680"/>
            <a:ext cx="6579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Despite high overall accuracy, all models struggled to detect </a:t>
            </a:r>
          </a:p>
          <a:p>
            <a:r>
              <a:rPr lang="en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heart disease cases.</a:t>
            </a:r>
          </a:p>
        </p:txBody>
      </p:sp>
    </p:spTree>
    <p:extLst>
      <p:ext uri="{BB962C8B-B14F-4D97-AF65-F5344CB8AC3E}">
        <p14:creationId xmlns:p14="http://schemas.microsoft.com/office/powerpoint/2010/main" val="4197733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27C4B8-E790-5608-6ADF-824B010F4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" y="1709822"/>
            <a:ext cx="4394067" cy="343835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CB9F1-7448-1224-7763-571FDD1C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/>
              <a:t>Why Was Sensitivity So Low?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BA6A2-33EA-68D9-F1EF-906B983104AD}"/>
              </a:ext>
            </a:extLst>
          </p:cNvPr>
          <p:cNvSpPr txBox="1"/>
          <p:nvPr/>
        </p:nvSpPr>
        <p:spPr>
          <a:xfrm>
            <a:off x="4921857" y="2268656"/>
            <a:ext cx="6627226" cy="350593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Root Cause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dataset is highly imbalanced.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Healthy individuals form the majority class.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models mainly learned patterns from the majority class.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a result, many heart disease cases were classified as healthy.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accuracy was mainly caused by the model predicting the majority class correctly. This is why we decided to improve our evaluation using class-weight balancing.</a:t>
            </a:r>
          </a:p>
          <a:p>
            <a:pPr marL="0" lvl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3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DFFD9-79F1-6D57-4528-53AD4AE2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32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D007D-8E1B-8B8D-8F6D-F018FCEE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r>
              <a:rPr lang="en-DE" dirty="0">
                <a:solidFill>
                  <a:schemeClr val="bg1"/>
                </a:solidFill>
              </a:rPr>
              <a:t>Addressing the Class Imbalance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18D16A-F583-F680-4BE3-81F04F5C4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206066"/>
              </p:ext>
            </p:extLst>
          </p:nvPr>
        </p:nvGraphicFramePr>
        <p:xfrm>
          <a:off x="1535371" y="2650059"/>
          <a:ext cx="5080309" cy="293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117B77-8282-3A21-84D1-93E2F5DDB76D}"/>
              </a:ext>
            </a:extLst>
          </p:cNvPr>
          <p:cNvSpPr txBox="1"/>
          <p:nvPr/>
        </p:nvSpPr>
        <p:spPr>
          <a:xfrm>
            <a:off x="7080277" y="2639888"/>
            <a:ext cx="4862946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Improvement 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Applied </a:t>
            </a:r>
            <a:r>
              <a:rPr lang="en-DE" dirty="0">
                <a:highlight>
                  <a:srgbClr val="C0C0C0"/>
                </a:highlight>
              </a:rPr>
              <a:t>class_weight = "balanced"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Retrained Random Forest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Retrained Linear SVM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Compared with original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7D40F-83E4-2EE9-D26C-F46CAAD7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611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46832-B602-1A0F-8A82-DA3CA099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Results after Class Weight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A3FB9-523D-7AFB-B45B-FBE111F8A6BF}"/>
              </a:ext>
            </a:extLst>
          </p:cNvPr>
          <p:cNvSpPr txBox="1"/>
          <p:nvPr/>
        </p:nvSpPr>
        <p:spPr>
          <a:xfrm>
            <a:off x="1196320" y="4686903"/>
            <a:ext cx="10809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Sensitivity increased significantly after introducing class weights, although overall accuracy </a:t>
            </a:r>
          </a:p>
          <a:p>
            <a:r>
              <a:rPr lang="en-DE" dirty="0"/>
              <a:t>    decreased slightly.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7E2DD89-686C-9CC3-1ABC-276F1B46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B7931516-F665-2ECB-E6E0-5F5F84034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252075"/>
              </p:ext>
            </p:extLst>
          </p:nvPr>
        </p:nvGraphicFramePr>
        <p:xfrm>
          <a:off x="1209369" y="2939143"/>
          <a:ext cx="10844035" cy="1699305"/>
        </p:xfrm>
        <a:graphic>
          <a:graphicData uri="http://schemas.openxmlformats.org/drawingml/2006/table">
            <a:tbl>
              <a:tblPr/>
              <a:tblGrid>
                <a:gridCol w="3330893">
                  <a:extLst>
                    <a:ext uri="{9D8B030D-6E8A-4147-A177-3AD203B41FA5}">
                      <a16:colId xmlns:a16="http://schemas.microsoft.com/office/drawing/2014/main" val="3552974699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2446549948"/>
                    </a:ext>
                  </a:extLst>
                </a:gridCol>
                <a:gridCol w="2343404">
                  <a:extLst>
                    <a:ext uri="{9D8B030D-6E8A-4147-A177-3AD203B41FA5}">
                      <a16:colId xmlns:a16="http://schemas.microsoft.com/office/drawing/2014/main" val="1665081857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3423493175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452485630"/>
                    </a:ext>
                  </a:extLst>
                </a:gridCol>
              </a:tblGrid>
              <a:tr h="49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Balanced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43625"/>
                  </a:ext>
                </a:extLst>
              </a:tr>
              <a:tr h="617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Random Forest (Balanced)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86.8%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63.4%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34.0%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0.808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764910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/>
                        <a:t>Linear SVM (Balanced) (best)</a:t>
                      </a:r>
                      <a:r>
                        <a:rPr lang="en-DE" dirty="0"/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73.6%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76.1%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79.2%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0.837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903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379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AEA7F-DBAD-653B-6348-B2A39E10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cap="all"/>
              <a:t>Before vs After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D8EA0-831B-0386-C0C9-BD3968283161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 improved from approximately </a:t>
            </a:r>
            <a:r>
              <a:rPr lang="en-US" b="1" spc="150">
                <a:solidFill>
                  <a:schemeClr val="tx1">
                    <a:lumMod val="75000"/>
                    <a:lumOff val="25000"/>
                  </a:schemeClr>
                </a:solidFill>
              </a:rPr>
              <a:t>5%</a:t>
            </a: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en-US" b="1" spc="150">
                <a:solidFill>
                  <a:schemeClr val="tx1">
                    <a:lumMod val="75000"/>
                    <a:lumOff val="25000"/>
                  </a:schemeClr>
                </a:solidFill>
              </a:rPr>
              <a:t>79%</a:t>
            </a: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, making the model much more suitable for medical screening.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853C0-B1BA-FDC4-467F-06D22A1BD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411587"/>
              </p:ext>
            </p:extLst>
          </p:nvPr>
        </p:nvGraphicFramePr>
        <p:xfrm>
          <a:off x="5188714" y="2097981"/>
          <a:ext cx="6514472" cy="266204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510910">
                  <a:extLst>
                    <a:ext uri="{9D8B030D-6E8A-4147-A177-3AD203B41FA5}">
                      <a16:colId xmlns:a16="http://schemas.microsoft.com/office/drawing/2014/main" val="2981598657"/>
                    </a:ext>
                  </a:extLst>
                </a:gridCol>
                <a:gridCol w="1922038">
                  <a:extLst>
                    <a:ext uri="{9D8B030D-6E8A-4147-A177-3AD203B41FA5}">
                      <a16:colId xmlns:a16="http://schemas.microsoft.com/office/drawing/2014/main" val="281752384"/>
                    </a:ext>
                  </a:extLst>
                </a:gridCol>
                <a:gridCol w="2081524">
                  <a:extLst>
                    <a:ext uri="{9D8B030D-6E8A-4147-A177-3AD203B41FA5}">
                      <a16:colId xmlns:a16="http://schemas.microsoft.com/office/drawing/2014/main" val="2169151108"/>
                    </a:ext>
                  </a:extLst>
                </a:gridCol>
              </a:tblGrid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Original SVM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Balanced SVM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9559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89.9%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73.6%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329931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 dirty="0">
                          <a:solidFill>
                            <a:schemeClr val="tx1"/>
                          </a:solidFill>
                        </a:rPr>
                        <a:t>52.3%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76.1%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735715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5.0%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79.2%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65164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0.836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 dirty="0">
                          <a:solidFill>
                            <a:schemeClr val="tx1"/>
                          </a:solidFill>
                        </a:rPr>
                        <a:t>0.837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10901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D3593-CABE-A947-7FC2-9C708F30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7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65F20-CC65-B054-AFF9-37CAE150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Threshold Tuning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91948B3-B7C5-F368-1A46-50AACB28C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sz="1400" dirty="0"/>
              <a:t>Observation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Lower threshold → Higher sensitivity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Higher threshold → Higher specificity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Trade-off between false positives and false negatives</a:t>
            </a:r>
          </a:p>
          <a:p>
            <a:pPr>
              <a:lnSpc>
                <a:spcPct val="130000"/>
              </a:lnSpc>
            </a:pPr>
            <a:endParaRPr lang="en-US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46BD9-7B96-2311-5459-6D157325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60" y="870914"/>
            <a:ext cx="7504890" cy="527364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91866-D2AA-F351-8349-57BC811C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64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7643C-3A2C-FE86-FCBB-B753358E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Confusion Matrix</a:t>
            </a:r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03C093-9626-618A-F314-1D398681C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More heart disease cases were correctly detected.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False negatives were reduced.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Predictions became more balanced across both classes.</a:t>
            </a:r>
            <a:endParaRPr lang="en-US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4932D-4608-711A-7416-D79362FA0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837" y="987895"/>
            <a:ext cx="6966641" cy="496373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6E12-9A77-1C39-62AC-F2E5A77E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68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5DD0B-5025-96AE-DAB7-8B1BE1D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Precision–Recall Curve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B40F303-B8D9-FD34-470B-AB0E672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749069" cy="2912480"/>
          </a:xfrm>
        </p:spPr>
        <p:txBody>
          <a:bodyPr anchor="t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Suitable for imbalanced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Focuses on positive-class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Complements ROC-AUC.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The curve confirms that the balanced model performs better on the minority class.</a:t>
            </a:r>
          </a:p>
          <a:p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b="0" dirty="0"/>
          </a:p>
          <a:p>
            <a:endParaRPr lang="en-US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D93214-DD69-0443-13C9-4D63CC50D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763570"/>
            <a:ext cx="6702275" cy="532831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026A7-800B-6AF5-C201-1CF51B4E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29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98D39-C29A-DDAD-ED46-AABC1BE1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Feature Importance</a:t>
            </a:r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0CBAAF0-B4A8-85F6-14ED-149929880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Top Features</a:t>
            </a:r>
          </a:p>
          <a:p>
            <a:pPr lvl="3"/>
            <a:r>
              <a:rPr lang="en-DE" b="0" dirty="0"/>
              <a:t>BMI</a:t>
            </a:r>
          </a:p>
          <a:p>
            <a:pPr lvl="3"/>
            <a:r>
              <a:rPr lang="en-DE" b="0" dirty="0"/>
              <a:t>Age</a:t>
            </a:r>
          </a:p>
          <a:p>
            <a:pPr lvl="3"/>
            <a:r>
              <a:rPr lang="en-DE" b="0" dirty="0"/>
              <a:t>Income</a:t>
            </a:r>
          </a:p>
          <a:p>
            <a:pPr lvl="3"/>
            <a:r>
              <a:rPr lang="en-DE" b="0" dirty="0"/>
              <a:t>General Health</a:t>
            </a:r>
          </a:p>
          <a:p>
            <a:pPr lvl="3"/>
            <a:r>
              <a:rPr lang="en-DE" b="0" dirty="0"/>
              <a:t>Physical Health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4D783-65AE-FEFF-57CA-A92E0F97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29" y="750331"/>
            <a:ext cx="6943563" cy="532918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91F31-9929-9471-F05B-DDFD8B84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0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E738-6C64-DDCA-EC28-1FD0615E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Final Model Comparison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A57DA3-6389-9425-F6E9-CFE69FF00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012050"/>
              </p:ext>
            </p:extLst>
          </p:nvPr>
        </p:nvGraphicFramePr>
        <p:xfrm>
          <a:off x="1246910" y="2521527"/>
          <a:ext cx="10723418" cy="400396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739154">
                  <a:extLst>
                    <a:ext uri="{9D8B030D-6E8A-4147-A177-3AD203B41FA5}">
                      <a16:colId xmlns:a16="http://schemas.microsoft.com/office/drawing/2014/main" val="1891830677"/>
                    </a:ext>
                  </a:extLst>
                </a:gridCol>
                <a:gridCol w="1935115">
                  <a:extLst>
                    <a:ext uri="{9D8B030D-6E8A-4147-A177-3AD203B41FA5}">
                      <a16:colId xmlns:a16="http://schemas.microsoft.com/office/drawing/2014/main" val="2505905766"/>
                    </a:ext>
                  </a:extLst>
                </a:gridCol>
                <a:gridCol w="1935115">
                  <a:extLst>
                    <a:ext uri="{9D8B030D-6E8A-4147-A177-3AD203B41FA5}">
                      <a16:colId xmlns:a16="http://schemas.microsoft.com/office/drawing/2014/main" val="1101858826"/>
                    </a:ext>
                  </a:extLst>
                </a:gridCol>
                <a:gridCol w="2106297">
                  <a:extLst>
                    <a:ext uri="{9D8B030D-6E8A-4147-A177-3AD203B41FA5}">
                      <a16:colId xmlns:a16="http://schemas.microsoft.com/office/drawing/2014/main" val="3990643097"/>
                    </a:ext>
                  </a:extLst>
                </a:gridCol>
                <a:gridCol w="2007737">
                  <a:extLst>
                    <a:ext uri="{9D8B030D-6E8A-4147-A177-3AD203B41FA5}">
                      <a16:colId xmlns:a16="http://schemas.microsoft.com/office/drawing/2014/main" val="3184094794"/>
                    </a:ext>
                  </a:extLst>
                </a:gridCol>
              </a:tblGrid>
              <a:tr h="944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316851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Random Forest (Default)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89.2%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54.5%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10.8%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0.804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02742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Linear SVM (Default)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89.9%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52.3%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5.0%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0.836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8465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Random Forest (Balanced)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86.8%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63.4%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34.0%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0.808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300546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Linear SVM (Balanced) (best)</a:t>
                      </a: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/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73.6%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76.1%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79.2%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0.837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820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C83AC-3389-4E72-7ECC-AA7D1EF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3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95767-718A-8AC2-AA93-DB4BFA5D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Key Findings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EB54-622F-73F2-B9D2-E6D9A46B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774" y="3483912"/>
            <a:ext cx="5723217" cy="3291885"/>
          </a:xfrm>
        </p:spPr>
        <p:txBody>
          <a:bodyPr anchor="t">
            <a:norm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Initial models achieved high accuracy (&gt;89%).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Sensitivity was very low because of class imbalance.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Class-weight balancing significantly improved sensitivity.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Linear SVM with Class Weight achieved the best overall balance. </a:t>
            </a:r>
          </a:p>
          <a:p>
            <a:pPr>
              <a:lnSpc>
                <a:spcPct val="130000"/>
              </a:lnSpc>
            </a:pPr>
            <a:endParaRPr lang="en-DE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3027E3-3EF3-0BEF-FB41-0B0DB9539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9495"/>
              </p:ext>
            </p:extLst>
          </p:nvPr>
        </p:nvGraphicFramePr>
        <p:xfrm>
          <a:off x="7344569" y="1851244"/>
          <a:ext cx="4362799" cy="334304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152972">
                  <a:extLst>
                    <a:ext uri="{9D8B030D-6E8A-4147-A177-3AD203B41FA5}">
                      <a16:colId xmlns:a16="http://schemas.microsoft.com/office/drawing/2014/main" val="418897003"/>
                    </a:ext>
                  </a:extLst>
                </a:gridCol>
                <a:gridCol w="2209827">
                  <a:extLst>
                    <a:ext uri="{9D8B030D-6E8A-4147-A177-3AD203B41FA5}">
                      <a16:colId xmlns:a16="http://schemas.microsoft.com/office/drawing/2014/main" val="2978811025"/>
                    </a:ext>
                  </a:extLst>
                </a:gridCol>
              </a:tblGrid>
              <a:tr h="62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After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34867"/>
                  </a:ext>
                </a:extLst>
              </a:tr>
              <a:tr h="92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High Accuracy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Balanced Performance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1061"/>
                  </a:ext>
                </a:extLst>
              </a:tr>
              <a:tr h="62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Low Sensitivity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High Sensitivity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87247"/>
                  </a:ext>
                </a:extLst>
              </a:tr>
              <a:tr h="92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Majority Bias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Better Minority Detection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2485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0BA3B-4470-EB28-D485-EBE2E19F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15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B40DC-1D58-E58F-9553-41686568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Limitations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9A22-67C9-AA81-F9A4-8A15A64FC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Highly imbalanced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Survey data only (no laboratory or clinical measurements)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Results may not generalize to all populations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Only three machine learning algorithms were evaluated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590F-62BF-BA73-F425-DF993189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70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42B04-F5C9-7DC6-7DED-CF4C41FB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Future Work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EA18-9251-A046-AA3C-20D855E5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 SMOTE or other oversampling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Evaluate additional ensemble models (e.g., XGBoost)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Test the model on external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Incorporate clinical measurements (ECG, blood tests,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52B-D1E3-CDE3-3A26-46DA6216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013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0DB97-4D2A-40D1-8E37-F8812320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Key Takeaways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B3D91-B82D-9A3E-499F-0882EF858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High accuracy can be misleading in imbalanced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Class imbalance caused the initial models to miss many heart disease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Applying class-weight balancing greatly improved sensitivity and balanced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Linear SVM with Class Weight achieved the best overall balance for this dataset.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116F8-E41B-FE04-25B4-012078F9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17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22117-6320-E67D-B156-5C7D2BA49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/>
              <a:t>Conclusion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24BA2-F738-3734-93E6-215B37E3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Objective: Predict heart disease using machine learning based on health survey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Three machine learning models were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Initial models achieved high accuracy but poor sensitivity due to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Applying class-weight balancing significantly improved the detection of heart disease cases.</a:t>
            </a:r>
          </a:p>
          <a:p>
            <a:br>
              <a:rPr lang="en-DE" dirty="0"/>
            </a:b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E4746-26F0-7D4B-DC44-59487EBE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552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EC19D-8ECD-A192-CAEC-E9393BBC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400" b="0" cap="all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88044-8205-431D-4FD8-4D8FBFB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548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1035</Words>
  <Application>Microsoft Macintosh PowerPoint</Application>
  <PresentationFormat>Widescreen</PresentationFormat>
  <Paragraphs>330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Meiryo</vt:lpstr>
      <vt:lpstr>Aptos</vt:lpstr>
      <vt:lpstr>Arial</vt:lpstr>
      <vt:lpstr>Corbel</vt:lpstr>
      <vt:lpstr>Wingdings</vt:lpstr>
      <vt:lpstr>ShojiVTI</vt:lpstr>
      <vt:lpstr>Heart Disease Prediction using Machine Learning  </vt:lpstr>
      <vt:lpstr>Presentation Outline</vt:lpstr>
      <vt:lpstr>Motivation</vt:lpstr>
      <vt:lpstr>Dataset Overview</vt:lpstr>
      <vt:lpstr>Dataset Characteristics</vt:lpstr>
      <vt:lpstr>Exploratory Data Analysis</vt:lpstr>
      <vt:lpstr>PowerPoint Presentation</vt:lpstr>
      <vt:lpstr>PowerPoint Presentation</vt:lpstr>
      <vt:lpstr>Correlation with Target Variable</vt:lpstr>
      <vt:lpstr>PowerPoint Presentation</vt:lpstr>
      <vt:lpstr>Machine Learning Evaluation Pipeline</vt:lpstr>
      <vt:lpstr>Experimental Design</vt:lpstr>
      <vt:lpstr>Models Evaluated</vt:lpstr>
      <vt:lpstr>Hyperparameter Optimization</vt:lpstr>
      <vt:lpstr>Cross Validation</vt:lpstr>
      <vt:lpstr>Evaluation Metrics</vt:lpstr>
      <vt:lpstr>Initial Model Performance</vt:lpstr>
      <vt:lpstr>Why Was Sensitivity So Low?</vt:lpstr>
      <vt:lpstr>Addressing the Class Imbalance Problem</vt:lpstr>
      <vt:lpstr>Results after Class Weight</vt:lpstr>
      <vt:lpstr>Before vs After</vt:lpstr>
      <vt:lpstr>Threshold Tuning</vt:lpstr>
      <vt:lpstr>Confusion Matrix</vt:lpstr>
      <vt:lpstr>Precision–Recall Curve</vt:lpstr>
      <vt:lpstr>Feature Importance</vt:lpstr>
      <vt:lpstr>Final Model Comparison</vt:lpstr>
      <vt:lpstr>Key Findings</vt:lpstr>
      <vt:lpstr>Limitations</vt:lpstr>
      <vt:lpstr>Future Work</vt:lpstr>
      <vt:lpstr>Key Takeaways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Navadiya</dc:creator>
  <cp:lastModifiedBy>Parth Navadiya</cp:lastModifiedBy>
  <cp:revision>7</cp:revision>
  <cp:lastPrinted>2026-07-06T18:56:56Z</cp:lastPrinted>
  <dcterms:created xsi:type="dcterms:W3CDTF">2026-07-05T22:57:03Z</dcterms:created>
  <dcterms:modified xsi:type="dcterms:W3CDTF">2026-07-06T19:01:57Z</dcterms:modified>
</cp:coreProperties>
</file>