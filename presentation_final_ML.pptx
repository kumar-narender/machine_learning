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90" r:id="rId8"/>
    <p:sldId id="262" r:id="rId9"/>
    <p:sldId id="289" r:id="rId10"/>
    <p:sldId id="264" r:id="rId11"/>
    <p:sldId id="292" r:id="rId12"/>
    <p:sldId id="293" r:id="rId13"/>
    <p:sldId id="295" r:id="rId14"/>
    <p:sldId id="268" r:id="rId15"/>
    <p:sldId id="296" r:id="rId16"/>
    <p:sldId id="298" r:id="rId17"/>
    <p:sldId id="299" r:id="rId18"/>
    <p:sldId id="300" r:id="rId19"/>
    <p:sldId id="301" r:id="rId20"/>
    <p:sldId id="302" r:id="rId21"/>
    <p:sldId id="304" r:id="rId22"/>
    <p:sldId id="305" r:id="rId23"/>
    <p:sldId id="306" r:id="rId24"/>
    <p:sldId id="307" r:id="rId25"/>
    <p:sldId id="309" r:id="rId26"/>
    <p:sldId id="310" r:id="rId27"/>
    <p:sldId id="287" r:id="rId2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4645"/>
  </p:normalViewPr>
  <p:slideViewPr>
    <p:cSldViewPr snapToGrid="0">
      <p:cViewPr varScale="1">
        <p:scale>
          <a:sx n="118" d="100"/>
          <a:sy n="118" d="100"/>
        </p:scale>
        <p:origin x="4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6D5E0D-299E-4BC2-8A02-CB0C3452B89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5A03FA-C4E6-4EAB-9248-EDFB30220262}">
      <dgm:prSet/>
      <dgm:spPr/>
      <dgm:t>
        <a:bodyPr/>
        <a:lstStyle/>
        <a:p>
          <a:r>
            <a:rPr lang="en-DE"/>
            <a:t>Motivation </a:t>
          </a:r>
          <a:endParaRPr lang="en-US"/>
        </a:p>
      </dgm:t>
    </dgm:pt>
    <dgm:pt modelId="{AC019920-431F-431C-AFC2-0F21BF6565FF}" type="parTrans" cxnId="{30F001E1-341A-48FB-802A-A42C3E9962C5}">
      <dgm:prSet/>
      <dgm:spPr/>
      <dgm:t>
        <a:bodyPr/>
        <a:lstStyle/>
        <a:p>
          <a:endParaRPr lang="en-US"/>
        </a:p>
      </dgm:t>
    </dgm:pt>
    <dgm:pt modelId="{D09387BA-A672-400A-9E53-A78F47DE296B}" type="sibTrans" cxnId="{30F001E1-341A-48FB-802A-A42C3E9962C5}">
      <dgm:prSet/>
      <dgm:spPr/>
      <dgm:t>
        <a:bodyPr/>
        <a:lstStyle/>
        <a:p>
          <a:endParaRPr lang="en-US"/>
        </a:p>
      </dgm:t>
    </dgm:pt>
    <dgm:pt modelId="{E2E58A4E-9349-4CA0-A435-0BC320109101}">
      <dgm:prSet/>
      <dgm:spPr/>
      <dgm:t>
        <a:bodyPr/>
        <a:lstStyle/>
        <a:p>
          <a:r>
            <a:rPr lang="en-DE"/>
            <a:t>Exploratory Data Analysis </a:t>
          </a:r>
          <a:endParaRPr lang="en-US"/>
        </a:p>
      </dgm:t>
    </dgm:pt>
    <dgm:pt modelId="{4368379C-391B-46DA-AF5F-0DF1DCD9A0CC}" type="parTrans" cxnId="{5F55FF59-DFA7-4239-B981-1B6C4041FBE8}">
      <dgm:prSet/>
      <dgm:spPr/>
      <dgm:t>
        <a:bodyPr/>
        <a:lstStyle/>
        <a:p>
          <a:endParaRPr lang="en-US"/>
        </a:p>
      </dgm:t>
    </dgm:pt>
    <dgm:pt modelId="{E036DC6D-1266-460F-BDE2-265409DBC518}" type="sibTrans" cxnId="{5F55FF59-DFA7-4239-B981-1B6C4041FBE8}">
      <dgm:prSet/>
      <dgm:spPr/>
      <dgm:t>
        <a:bodyPr/>
        <a:lstStyle/>
        <a:p>
          <a:endParaRPr lang="en-US"/>
        </a:p>
      </dgm:t>
    </dgm:pt>
    <dgm:pt modelId="{D2455EAA-C0C9-422F-8811-2994258651CB}">
      <dgm:prSet/>
      <dgm:spPr/>
      <dgm:t>
        <a:bodyPr/>
        <a:lstStyle/>
        <a:p>
          <a:r>
            <a:rPr lang="en-DE"/>
            <a:t>Dataset Overview </a:t>
          </a:r>
          <a:endParaRPr lang="en-US"/>
        </a:p>
      </dgm:t>
    </dgm:pt>
    <dgm:pt modelId="{ABD8C2B0-B68B-44BB-A002-C29139C411C5}" type="parTrans" cxnId="{161C8269-D037-4270-AA91-EC4418D1F086}">
      <dgm:prSet/>
      <dgm:spPr/>
      <dgm:t>
        <a:bodyPr/>
        <a:lstStyle/>
        <a:p>
          <a:endParaRPr lang="en-US"/>
        </a:p>
      </dgm:t>
    </dgm:pt>
    <dgm:pt modelId="{14D365BE-FA9D-461E-AF49-EF08546BC8F4}" type="sibTrans" cxnId="{161C8269-D037-4270-AA91-EC4418D1F086}">
      <dgm:prSet/>
      <dgm:spPr/>
      <dgm:t>
        <a:bodyPr/>
        <a:lstStyle/>
        <a:p>
          <a:endParaRPr lang="en-US"/>
        </a:p>
      </dgm:t>
    </dgm:pt>
    <dgm:pt modelId="{25355D8E-A40D-4FE8-898C-E2E89DBD596F}">
      <dgm:prSet/>
      <dgm:spPr/>
      <dgm:t>
        <a:bodyPr/>
        <a:lstStyle/>
        <a:p>
          <a:r>
            <a:rPr lang="en-DE"/>
            <a:t>Machine Learning Evaluation Pipeline </a:t>
          </a:r>
          <a:endParaRPr lang="en-US"/>
        </a:p>
      </dgm:t>
    </dgm:pt>
    <dgm:pt modelId="{CFC53DCF-59C9-4872-B5CA-3DD9EFBC63C9}" type="parTrans" cxnId="{1A57C2AE-20D4-4642-BEC2-4BDC8CC12CA5}">
      <dgm:prSet/>
      <dgm:spPr/>
      <dgm:t>
        <a:bodyPr/>
        <a:lstStyle/>
        <a:p>
          <a:endParaRPr lang="en-US"/>
        </a:p>
      </dgm:t>
    </dgm:pt>
    <dgm:pt modelId="{C340A9B0-2228-4D0A-94FA-9183A6EA13FB}" type="sibTrans" cxnId="{1A57C2AE-20D4-4642-BEC2-4BDC8CC12CA5}">
      <dgm:prSet/>
      <dgm:spPr/>
      <dgm:t>
        <a:bodyPr/>
        <a:lstStyle/>
        <a:p>
          <a:endParaRPr lang="en-US"/>
        </a:p>
      </dgm:t>
    </dgm:pt>
    <dgm:pt modelId="{673A6DD5-D8A9-424C-A502-786F66D6526A}">
      <dgm:prSet/>
      <dgm:spPr/>
      <dgm:t>
        <a:bodyPr/>
        <a:lstStyle/>
        <a:p>
          <a:r>
            <a:rPr lang="en-DE"/>
            <a:t>Model Development </a:t>
          </a:r>
          <a:endParaRPr lang="en-US"/>
        </a:p>
      </dgm:t>
    </dgm:pt>
    <dgm:pt modelId="{CDD0D9F6-EF48-45D4-AB77-2DA954A07AD3}" type="parTrans" cxnId="{6A95D51F-E115-46BB-8213-66E9686B0B9F}">
      <dgm:prSet/>
      <dgm:spPr/>
      <dgm:t>
        <a:bodyPr/>
        <a:lstStyle/>
        <a:p>
          <a:endParaRPr lang="en-US"/>
        </a:p>
      </dgm:t>
    </dgm:pt>
    <dgm:pt modelId="{0E29CAAA-3EC6-40BA-9991-9DC635CD6F36}" type="sibTrans" cxnId="{6A95D51F-E115-46BB-8213-66E9686B0B9F}">
      <dgm:prSet/>
      <dgm:spPr/>
      <dgm:t>
        <a:bodyPr/>
        <a:lstStyle/>
        <a:p>
          <a:endParaRPr lang="en-US"/>
        </a:p>
      </dgm:t>
    </dgm:pt>
    <dgm:pt modelId="{BCC9A042-FCE5-4111-B82B-228485287F3E}">
      <dgm:prSet/>
      <dgm:spPr/>
      <dgm:t>
        <a:bodyPr/>
        <a:lstStyle/>
        <a:p>
          <a:r>
            <a:rPr lang="en-DE"/>
            <a:t>Experimental Results </a:t>
          </a:r>
          <a:endParaRPr lang="en-US"/>
        </a:p>
      </dgm:t>
    </dgm:pt>
    <dgm:pt modelId="{44C8B710-9123-4B26-8F42-9D50EB3D6FDC}" type="parTrans" cxnId="{A1F07A93-6C02-4E71-BACF-F22A73A7E33A}">
      <dgm:prSet/>
      <dgm:spPr/>
      <dgm:t>
        <a:bodyPr/>
        <a:lstStyle/>
        <a:p>
          <a:endParaRPr lang="en-US"/>
        </a:p>
      </dgm:t>
    </dgm:pt>
    <dgm:pt modelId="{30141045-333C-4E04-A4BB-B4D63850C551}" type="sibTrans" cxnId="{A1F07A93-6C02-4E71-BACF-F22A73A7E33A}">
      <dgm:prSet/>
      <dgm:spPr/>
      <dgm:t>
        <a:bodyPr/>
        <a:lstStyle/>
        <a:p>
          <a:endParaRPr lang="en-US"/>
        </a:p>
      </dgm:t>
    </dgm:pt>
    <dgm:pt modelId="{19A43AC1-E4C5-403E-AFF6-E0A117E54BCD}">
      <dgm:prSet/>
      <dgm:spPr/>
      <dgm:t>
        <a:bodyPr/>
        <a:lstStyle/>
        <a:p>
          <a:r>
            <a:rPr lang="en-DE"/>
            <a:t>Discussion </a:t>
          </a:r>
          <a:endParaRPr lang="en-US"/>
        </a:p>
      </dgm:t>
    </dgm:pt>
    <dgm:pt modelId="{FB83D87F-DE6A-4DB3-B255-BC82E63A9EE5}" type="parTrans" cxnId="{E2BD5081-E09B-40AA-BA93-74F0CB744165}">
      <dgm:prSet/>
      <dgm:spPr/>
      <dgm:t>
        <a:bodyPr/>
        <a:lstStyle/>
        <a:p>
          <a:endParaRPr lang="en-US"/>
        </a:p>
      </dgm:t>
    </dgm:pt>
    <dgm:pt modelId="{0BB78736-831D-4FA8-982B-29F632725FD0}" type="sibTrans" cxnId="{E2BD5081-E09B-40AA-BA93-74F0CB744165}">
      <dgm:prSet/>
      <dgm:spPr/>
      <dgm:t>
        <a:bodyPr/>
        <a:lstStyle/>
        <a:p>
          <a:endParaRPr lang="en-US"/>
        </a:p>
      </dgm:t>
    </dgm:pt>
    <dgm:pt modelId="{D6E339E0-BE39-42D2-8356-D5461B323708}">
      <dgm:prSet/>
      <dgm:spPr/>
      <dgm:t>
        <a:bodyPr/>
        <a:lstStyle/>
        <a:p>
          <a:r>
            <a:rPr lang="en-DE"/>
            <a:t>Conclusion </a:t>
          </a:r>
          <a:endParaRPr lang="en-US"/>
        </a:p>
      </dgm:t>
    </dgm:pt>
    <dgm:pt modelId="{23E9E8A6-24DF-42DC-8E06-229412A2D1C2}" type="parTrans" cxnId="{F743492C-DE12-46EC-A6A8-F2FC6BA36ED2}">
      <dgm:prSet/>
      <dgm:spPr/>
      <dgm:t>
        <a:bodyPr/>
        <a:lstStyle/>
        <a:p>
          <a:endParaRPr lang="en-US"/>
        </a:p>
      </dgm:t>
    </dgm:pt>
    <dgm:pt modelId="{71EDB0A4-E8A3-41A4-B1D4-6A7EC29435A6}" type="sibTrans" cxnId="{F743492C-DE12-46EC-A6A8-F2FC6BA36ED2}">
      <dgm:prSet/>
      <dgm:spPr/>
      <dgm:t>
        <a:bodyPr/>
        <a:lstStyle/>
        <a:p>
          <a:endParaRPr lang="en-US"/>
        </a:p>
      </dgm:t>
    </dgm:pt>
    <dgm:pt modelId="{6FA92E7E-F096-5640-8745-823F6BD918B8}" type="pres">
      <dgm:prSet presAssocID="{AA6D5E0D-299E-4BC2-8A02-CB0C3452B890}" presName="vert0" presStyleCnt="0">
        <dgm:presLayoutVars>
          <dgm:dir/>
          <dgm:animOne val="branch"/>
          <dgm:animLvl val="lvl"/>
        </dgm:presLayoutVars>
      </dgm:prSet>
      <dgm:spPr/>
    </dgm:pt>
    <dgm:pt modelId="{DC233383-4680-264F-8222-AFED7208BBA2}" type="pres">
      <dgm:prSet presAssocID="{045A03FA-C4E6-4EAB-9248-EDFB30220262}" presName="thickLine" presStyleLbl="alignNode1" presStyleIdx="0" presStyleCnt="8"/>
      <dgm:spPr/>
    </dgm:pt>
    <dgm:pt modelId="{05E81950-6E1B-0F4F-885C-068DA4903D5F}" type="pres">
      <dgm:prSet presAssocID="{045A03FA-C4E6-4EAB-9248-EDFB30220262}" presName="horz1" presStyleCnt="0"/>
      <dgm:spPr/>
    </dgm:pt>
    <dgm:pt modelId="{7A86CB8F-8A9A-AC41-B7C2-2588A5C3BD3E}" type="pres">
      <dgm:prSet presAssocID="{045A03FA-C4E6-4EAB-9248-EDFB30220262}" presName="tx1" presStyleLbl="revTx" presStyleIdx="0" presStyleCnt="8"/>
      <dgm:spPr/>
    </dgm:pt>
    <dgm:pt modelId="{6043FF7B-A23A-FF44-923C-ADE21F8B50CA}" type="pres">
      <dgm:prSet presAssocID="{045A03FA-C4E6-4EAB-9248-EDFB30220262}" presName="vert1" presStyleCnt="0"/>
      <dgm:spPr/>
    </dgm:pt>
    <dgm:pt modelId="{87ACEBA2-908F-654A-9F86-053AA659794E}" type="pres">
      <dgm:prSet presAssocID="{D2455EAA-C0C9-422F-8811-2994258651CB}" presName="thickLine" presStyleLbl="alignNode1" presStyleIdx="1" presStyleCnt="8"/>
      <dgm:spPr/>
    </dgm:pt>
    <dgm:pt modelId="{AC676764-433E-9E4F-89CF-5E23D24EE25B}" type="pres">
      <dgm:prSet presAssocID="{D2455EAA-C0C9-422F-8811-2994258651CB}" presName="horz1" presStyleCnt="0"/>
      <dgm:spPr/>
    </dgm:pt>
    <dgm:pt modelId="{643399F4-772D-E445-921B-D98AFB32D359}" type="pres">
      <dgm:prSet presAssocID="{D2455EAA-C0C9-422F-8811-2994258651CB}" presName="tx1" presStyleLbl="revTx" presStyleIdx="1" presStyleCnt="8"/>
      <dgm:spPr/>
    </dgm:pt>
    <dgm:pt modelId="{70611EE0-33D4-2946-BE3A-96DFE5862A2C}" type="pres">
      <dgm:prSet presAssocID="{D2455EAA-C0C9-422F-8811-2994258651CB}" presName="vert1" presStyleCnt="0"/>
      <dgm:spPr/>
    </dgm:pt>
    <dgm:pt modelId="{D4D1487E-A5EA-3448-9F77-1CED6B3965CC}" type="pres">
      <dgm:prSet presAssocID="{E2E58A4E-9349-4CA0-A435-0BC320109101}" presName="thickLine" presStyleLbl="alignNode1" presStyleIdx="2" presStyleCnt="8"/>
      <dgm:spPr/>
    </dgm:pt>
    <dgm:pt modelId="{89C87A6D-4CA8-3746-8178-3091D127DE1C}" type="pres">
      <dgm:prSet presAssocID="{E2E58A4E-9349-4CA0-A435-0BC320109101}" presName="horz1" presStyleCnt="0"/>
      <dgm:spPr/>
    </dgm:pt>
    <dgm:pt modelId="{8EE03F3A-865E-7F4A-A09D-9A40A3D775A8}" type="pres">
      <dgm:prSet presAssocID="{E2E58A4E-9349-4CA0-A435-0BC320109101}" presName="tx1" presStyleLbl="revTx" presStyleIdx="2" presStyleCnt="8"/>
      <dgm:spPr/>
    </dgm:pt>
    <dgm:pt modelId="{73A3536C-53D7-D64C-9D9E-0F8CB21A8B53}" type="pres">
      <dgm:prSet presAssocID="{E2E58A4E-9349-4CA0-A435-0BC320109101}" presName="vert1" presStyleCnt="0"/>
      <dgm:spPr/>
    </dgm:pt>
    <dgm:pt modelId="{05E50A7D-2C62-224B-B32E-E69B9763184C}" type="pres">
      <dgm:prSet presAssocID="{25355D8E-A40D-4FE8-898C-E2E89DBD596F}" presName="thickLine" presStyleLbl="alignNode1" presStyleIdx="3" presStyleCnt="8"/>
      <dgm:spPr/>
    </dgm:pt>
    <dgm:pt modelId="{CCA4D108-F2C1-5F4D-A233-1240536A3E6F}" type="pres">
      <dgm:prSet presAssocID="{25355D8E-A40D-4FE8-898C-E2E89DBD596F}" presName="horz1" presStyleCnt="0"/>
      <dgm:spPr/>
    </dgm:pt>
    <dgm:pt modelId="{342AD0E4-F23A-F84E-8CA7-BF80867F16BB}" type="pres">
      <dgm:prSet presAssocID="{25355D8E-A40D-4FE8-898C-E2E89DBD596F}" presName="tx1" presStyleLbl="revTx" presStyleIdx="3" presStyleCnt="8"/>
      <dgm:spPr/>
    </dgm:pt>
    <dgm:pt modelId="{A14B7725-1B29-014E-A775-790F680CD01C}" type="pres">
      <dgm:prSet presAssocID="{25355D8E-A40D-4FE8-898C-E2E89DBD596F}" presName="vert1" presStyleCnt="0"/>
      <dgm:spPr/>
    </dgm:pt>
    <dgm:pt modelId="{48A6CFF7-0FD3-0945-B7E8-F2C4FBC5D3BB}" type="pres">
      <dgm:prSet presAssocID="{673A6DD5-D8A9-424C-A502-786F66D6526A}" presName="thickLine" presStyleLbl="alignNode1" presStyleIdx="4" presStyleCnt="8"/>
      <dgm:spPr/>
    </dgm:pt>
    <dgm:pt modelId="{A84B8D5B-5DAD-134C-849D-02AB88A3F384}" type="pres">
      <dgm:prSet presAssocID="{673A6DD5-D8A9-424C-A502-786F66D6526A}" presName="horz1" presStyleCnt="0"/>
      <dgm:spPr/>
    </dgm:pt>
    <dgm:pt modelId="{C812D2F7-7013-414D-8FA8-2960B42B8B3A}" type="pres">
      <dgm:prSet presAssocID="{673A6DD5-D8A9-424C-A502-786F66D6526A}" presName="tx1" presStyleLbl="revTx" presStyleIdx="4" presStyleCnt="8"/>
      <dgm:spPr/>
    </dgm:pt>
    <dgm:pt modelId="{DC80DC49-53B3-6348-96CF-59D33C55A845}" type="pres">
      <dgm:prSet presAssocID="{673A6DD5-D8A9-424C-A502-786F66D6526A}" presName="vert1" presStyleCnt="0"/>
      <dgm:spPr/>
    </dgm:pt>
    <dgm:pt modelId="{1BE57DF4-D96E-FA40-8415-A5B6FD87BBC1}" type="pres">
      <dgm:prSet presAssocID="{BCC9A042-FCE5-4111-B82B-228485287F3E}" presName="thickLine" presStyleLbl="alignNode1" presStyleIdx="5" presStyleCnt="8"/>
      <dgm:spPr/>
    </dgm:pt>
    <dgm:pt modelId="{A35CCDCF-7C6D-EA4E-81F9-84943254138E}" type="pres">
      <dgm:prSet presAssocID="{BCC9A042-FCE5-4111-B82B-228485287F3E}" presName="horz1" presStyleCnt="0"/>
      <dgm:spPr/>
    </dgm:pt>
    <dgm:pt modelId="{1524EDC1-6220-174B-AC9F-241BB6D78D61}" type="pres">
      <dgm:prSet presAssocID="{BCC9A042-FCE5-4111-B82B-228485287F3E}" presName="tx1" presStyleLbl="revTx" presStyleIdx="5" presStyleCnt="8"/>
      <dgm:spPr/>
    </dgm:pt>
    <dgm:pt modelId="{7C3911FC-CD66-E14F-8FDA-DB64A479B0BF}" type="pres">
      <dgm:prSet presAssocID="{BCC9A042-FCE5-4111-B82B-228485287F3E}" presName="vert1" presStyleCnt="0"/>
      <dgm:spPr/>
    </dgm:pt>
    <dgm:pt modelId="{D4B3A3C2-1187-DA4B-AC11-76582D7708F8}" type="pres">
      <dgm:prSet presAssocID="{19A43AC1-E4C5-403E-AFF6-E0A117E54BCD}" presName="thickLine" presStyleLbl="alignNode1" presStyleIdx="6" presStyleCnt="8"/>
      <dgm:spPr/>
    </dgm:pt>
    <dgm:pt modelId="{868ED3ED-8CCD-4048-BE42-DF420242381C}" type="pres">
      <dgm:prSet presAssocID="{19A43AC1-E4C5-403E-AFF6-E0A117E54BCD}" presName="horz1" presStyleCnt="0"/>
      <dgm:spPr/>
    </dgm:pt>
    <dgm:pt modelId="{5F843990-D81C-A14B-92AF-7AF12FC5CA89}" type="pres">
      <dgm:prSet presAssocID="{19A43AC1-E4C5-403E-AFF6-E0A117E54BCD}" presName="tx1" presStyleLbl="revTx" presStyleIdx="6" presStyleCnt="8"/>
      <dgm:spPr/>
    </dgm:pt>
    <dgm:pt modelId="{2D7DED0E-1295-E747-B10E-0C12FE3CB52E}" type="pres">
      <dgm:prSet presAssocID="{19A43AC1-E4C5-403E-AFF6-E0A117E54BCD}" presName="vert1" presStyleCnt="0"/>
      <dgm:spPr/>
    </dgm:pt>
    <dgm:pt modelId="{25388F9E-0874-CF41-B6F2-A386311712B3}" type="pres">
      <dgm:prSet presAssocID="{D6E339E0-BE39-42D2-8356-D5461B323708}" presName="thickLine" presStyleLbl="alignNode1" presStyleIdx="7" presStyleCnt="8"/>
      <dgm:spPr/>
    </dgm:pt>
    <dgm:pt modelId="{C327150A-53C7-C343-A3EF-95BECA7DA589}" type="pres">
      <dgm:prSet presAssocID="{D6E339E0-BE39-42D2-8356-D5461B323708}" presName="horz1" presStyleCnt="0"/>
      <dgm:spPr/>
    </dgm:pt>
    <dgm:pt modelId="{CFF4F365-CA19-F741-8C6F-5BACB970E133}" type="pres">
      <dgm:prSet presAssocID="{D6E339E0-BE39-42D2-8356-D5461B323708}" presName="tx1" presStyleLbl="revTx" presStyleIdx="7" presStyleCnt="8"/>
      <dgm:spPr/>
    </dgm:pt>
    <dgm:pt modelId="{A47A8B6D-CD34-3541-A034-FAEF36424C75}" type="pres">
      <dgm:prSet presAssocID="{D6E339E0-BE39-42D2-8356-D5461B323708}" presName="vert1" presStyleCnt="0"/>
      <dgm:spPr/>
    </dgm:pt>
  </dgm:ptLst>
  <dgm:cxnLst>
    <dgm:cxn modelId="{30C6D703-FE7F-B943-ABDC-70DE2D2F59DE}" type="presOf" srcId="{25355D8E-A40D-4FE8-898C-E2E89DBD596F}" destId="{342AD0E4-F23A-F84E-8CA7-BF80867F16BB}" srcOrd="0" destOrd="0" presId="urn:microsoft.com/office/officeart/2008/layout/LinedList"/>
    <dgm:cxn modelId="{98B0B108-0071-A446-BA2A-5E623157C73D}" type="presOf" srcId="{BCC9A042-FCE5-4111-B82B-228485287F3E}" destId="{1524EDC1-6220-174B-AC9F-241BB6D78D61}" srcOrd="0" destOrd="0" presId="urn:microsoft.com/office/officeart/2008/layout/LinedList"/>
    <dgm:cxn modelId="{6A95D51F-E115-46BB-8213-66E9686B0B9F}" srcId="{AA6D5E0D-299E-4BC2-8A02-CB0C3452B890}" destId="{673A6DD5-D8A9-424C-A502-786F66D6526A}" srcOrd="4" destOrd="0" parTransId="{CDD0D9F6-EF48-45D4-AB77-2DA954A07AD3}" sibTransId="{0E29CAAA-3EC6-40BA-9991-9DC635CD6F36}"/>
    <dgm:cxn modelId="{F743492C-DE12-46EC-A6A8-F2FC6BA36ED2}" srcId="{AA6D5E0D-299E-4BC2-8A02-CB0C3452B890}" destId="{D6E339E0-BE39-42D2-8356-D5461B323708}" srcOrd="7" destOrd="0" parTransId="{23E9E8A6-24DF-42DC-8E06-229412A2D1C2}" sibTransId="{71EDB0A4-E8A3-41A4-B1D4-6A7EC29435A6}"/>
    <dgm:cxn modelId="{EA45D34E-0270-1240-A606-30997C0183DD}" type="presOf" srcId="{19A43AC1-E4C5-403E-AFF6-E0A117E54BCD}" destId="{5F843990-D81C-A14B-92AF-7AF12FC5CA89}" srcOrd="0" destOrd="0" presId="urn:microsoft.com/office/officeart/2008/layout/LinedList"/>
    <dgm:cxn modelId="{DB54174F-F2DD-6F4C-8C74-CF44FEF98D54}" type="presOf" srcId="{E2E58A4E-9349-4CA0-A435-0BC320109101}" destId="{8EE03F3A-865E-7F4A-A09D-9A40A3D775A8}" srcOrd="0" destOrd="0" presId="urn:microsoft.com/office/officeart/2008/layout/LinedList"/>
    <dgm:cxn modelId="{5F55FF59-DFA7-4239-B981-1B6C4041FBE8}" srcId="{AA6D5E0D-299E-4BC2-8A02-CB0C3452B890}" destId="{E2E58A4E-9349-4CA0-A435-0BC320109101}" srcOrd="2" destOrd="0" parTransId="{4368379C-391B-46DA-AF5F-0DF1DCD9A0CC}" sibTransId="{E036DC6D-1266-460F-BDE2-265409DBC518}"/>
    <dgm:cxn modelId="{9408245D-398D-D046-8A14-AB6A6BDD1409}" type="presOf" srcId="{AA6D5E0D-299E-4BC2-8A02-CB0C3452B890}" destId="{6FA92E7E-F096-5640-8745-823F6BD918B8}" srcOrd="0" destOrd="0" presId="urn:microsoft.com/office/officeart/2008/layout/LinedList"/>
    <dgm:cxn modelId="{161C8269-D037-4270-AA91-EC4418D1F086}" srcId="{AA6D5E0D-299E-4BC2-8A02-CB0C3452B890}" destId="{D2455EAA-C0C9-422F-8811-2994258651CB}" srcOrd="1" destOrd="0" parTransId="{ABD8C2B0-B68B-44BB-A002-C29139C411C5}" sibTransId="{14D365BE-FA9D-461E-AF49-EF08546BC8F4}"/>
    <dgm:cxn modelId="{E2BD5081-E09B-40AA-BA93-74F0CB744165}" srcId="{AA6D5E0D-299E-4BC2-8A02-CB0C3452B890}" destId="{19A43AC1-E4C5-403E-AFF6-E0A117E54BCD}" srcOrd="6" destOrd="0" parTransId="{FB83D87F-DE6A-4DB3-B255-BC82E63A9EE5}" sibTransId="{0BB78736-831D-4FA8-982B-29F632725FD0}"/>
    <dgm:cxn modelId="{A1F07A93-6C02-4E71-BACF-F22A73A7E33A}" srcId="{AA6D5E0D-299E-4BC2-8A02-CB0C3452B890}" destId="{BCC9A042-FCE5-4111-B82B-228485287F3E}" srcOrd="5" destOrd="0" parTransId="{44C8B710-9123-4B26-8F42-9D50EB3D6FDC}" sibTransId="{30141045-333C-4E04-A4BB-B4D63850C551}"/>
    <dgm:cxn modelId="{54751E9B-ED49-2140-9550-AC40FCE0A8E7}" type="presOf" srcId="{045A03FA-C4E6-4EAB-9248-EDFB30220262}" destId="{7A86CB8F-8A9A-AC41-B7C2-2588A5C3BD3E}" srcOrd="0" destOrd="0" presId="urn:microsoft.com/office/officeart/2008/layout/LinedList"/>
    <dgm:cxn modelId="{1A57C2AE-20D4-4642-BEC2-4BDC8CC12CA5}" srcId="{AA6D5E0D-299E-4BC2-8A02-CB0C3452B890}" destId="{25355D8E-A40D-4FE8-898C-E2E89DBD596F}" srcOrd="3" destOrd="0" parTransId="{CFC53DCF-59C9-4872-B5CA-3DD9EFBC63C9}" sibTransId="{C340A9B0-2228-4D0A-94FA-9183A6EA13FB}"/>
    <dgm:cxn modelId="{184FE4D7-C3A6-0444-87D4-3CFE19F4AED0}" type="presOf" srcId="{D6E339E0-BE39-42D2-8356-D5461B323708}" destId="{CFF4F365-CA19-F741-8C6F-5BACB970E133}" srcOrd="0" destOrd="0" presId="urn:microsoft.com/office/officeart/2008/layout/LinedList"/>
    <dgm:cxn modelId="{30F001E1-341A-48FB-802A-A42C3E9962C5}" srcId="{AA6D5E0D-299E-4BC2-8A02-CB0C3452B890}" destId="{045A03FA-C4E6-4EAB-9248-EDFB30220262}" srcOrd="0" destOrd="0" parTransId="{AC019920-431F-431C-AFC2-0F21BF6565FF}" sibTransId="{D09387BA-A672-400A-9E53-A78F47DE296B}"/>
    <dgm:cxn modelId="{5469F9E5-23FA-D949-9663-5EBACFB092FF}" type="presOf" srcId="{D2455EAA-C0C9-422F-8811-2994258651CB}" destId="{643399F4-772D-E445-921B-D98AFB32D359}" srcOrd="0" destOrd="0" presId="urn:microsoft.com/office/officeart/2008/layout/LinedList"/>
    <dgm:cxn modelId="{A9AE73FF-5EEF-934A-84B4-B8182FD6ADF9}" type="presOf" srcId="{673A6DD5-D8A9-424C-A502-786F66D6526A}" destId="{C812D2F7-7013-414D-8FA8-2960B42B8B3A}" srcOrd="0" destOrd="0" presId="urn:microsoft.com/office/officeart/2008/layout/LinedList"/>
    <dgm:cxn modelId="{F12E2CA9-CAFD-5641-80A8-1C1CBE8C1DC7}" type="presParOf" srcId="{6FA92E7E-F096-5640-8745-823F6BD918B8}" destId="{DC233383-4680-264F-8222-AFED7208BBA2}" srcOrd="0" destOrd="0" presId="urn:microsoft.com/office/officeart/2008/layout/LinedList"/>
    <dgm:cxn modelId="{7B22B058-D4C4-D54D-89BB-46BBD59CC0BA}" type="presParOf" srcId="{6FA92E7E-F096-5640-8745-823F6BD918B8}" destId="{05E81950-6E1B-0F4F-885C-068DA4903D5F}" srcOrd="1" destOrd="0" presId="urn:microsoft.com/office/officeart/2008/layout/LinedList"/>
    <dgm:cxn modelId="{DE60EE42-783D-4E40-A99A-022E83E61BEC}" type="presParOf" srcId="{05E81950-6E1B-0F4F-885C-068DA4903D5F}" destId="{7A86CB8F-8A9A-AC41-B7C2-2588A5C3BD3E}" srcOrd="0" destOrd="0" presId="urn:microsoft.com/office/officeart/2008/layout/LinedList"/>
    <dgm:cxn modelId="{E302BE4E-7E00-CE48-9582-9E949A1883AB}" type="presParOf" srcId="{05E81950-6E1B-0F4F-885C-068DA4903D5F}" destId="{6043FF7B-A23A-FF44-923C-ADE21F8B50CA}" srcOrd="1" destOrd="0" presId="urn:microsoft.com/office/officeart/2008/layout/LinedList"/>
    <dgm:cxn modelId="{898DA6FD-E2E0-FF4B-B186-F06DF5E5DAB1}" type="presParOf" srcId="{6FA92E7E-F096-5640-8745-823F6BD918B8}" destId="{87ACEBA2-908F-654A-9F86-053AA659794E}" srcOrd="2" destOrd="0" presId="urn:microsoft.com/office/officeart/2008/layout/LinedList"/>
    <dgm:cxn modelId="{5D726847-DB8C-6C49-9B42-D1119938A531}" type="presParOf" srcId="{6FA92E7E-F096-5640-8745-823F6BD918B8}" destId="{AC676764-433E-9E4F-89CF-5E23D24EE25B}" srcOrd="3" destOrd="0" presId="urn:microsoft.com/office/officeart/2008/layout/LinedList"/>
    <dgm:cxn modelId="{4F56E021-468C-4A4E-B340-F837CFB29F71}" type="presParOf" srcId="{AC676764-433E-9E4F-89CF-5E23D24EE25B}" destId="{643399F4-772D-E445-921B-D98AFB32D359}" srcOrd="0" destOrd="0" presId="urn:microsoft.com/office/officeart/2008/layout/LinedList"/>
    <dgm:cxn modelId="{549E3494-96B1-4440-BD40-475706EB38FF}" type="presParOf" srcId="{AC676764-433E-9E4F-89CF-5E23D24EE25B}" destId="{70611EE0-33D4-2946-BE3A-96DFE5862A2C}" srcOrd="1" destOrd="0" presId="urn:microsoft.com/office/officeart/2008/layout/LinedList"/>
    <dgm:cxn modelId="{34639DF5-C941-B74D-8CA2-3A3270FAFD75}" type="presParOf" srcId="{6FA92E7E-F096-5640-8745-823F6BD918B8}" destId="{D4D1487E-A5EA-3448-9F77-1CED6B3965CC}" srcOrd="4" destOrd="0" presId="urn:microsoft.com/office/officeart/2008/layout/LinedList"/>
    <dgm:cxn modelId="{34E1ACCD-F2CE-FA42-9EF1-922CAA403050}" type="presParOf" srcId="{6FA92E7E-F096-5640-8745-823F6BD918B8}" destId="{89C87A6D-4CA8-3746-8178-3091D127DE1C}" srcOrd="5" destOrd="0" presId="urn:microsoft.com/office/officeart/2008/layout/LinedList"/>
    <dgm:cxn modelId="{8AB0564C-6A7A-3D4B-8BD2-98F56626425C}" type="presParOf" srcId="{89C87A6D-4CA8-3746-8178-3091D127DE1C}" destId="{8EE03F3A-865E-7F4A-A09D-9A40A3D775A8}" srcOrd="0" destOrd="0" presId="urn:microsoft.com/office/officeart/2008/layout/LinedList"/>
    <dgm:cxn modelId="{1A6A166F-800E-444C-9B94-9000770CC0F8}" type="presParOf" srcId="{89C87A6D-4CA8-3746-8178-3091D127DE1C}" destId="{73A3536C-53D7-D64C-9D9E-0F8CB21A8B53}" srcOrd="1" destOrd="0" presId="urn:microsoft.com/office/officeart/2008/layout/LinedList"/>
    <dgm:cxn modelId="{0996C563-1B82-674B-8BC6-B36C544ECEAE}" type="presParOf" srcId="{6FA92E7E-F096-5640-8745-823F6BD918B8}" destId="{05E50A7D-2C62-224B-B32E-E69B9763184C}" srcOrd="6" destOrd="0" presId="urn:microsoft.com/office/officeart/2008/layout/LinedList"/>
    <dgm:cxn modelId="{7A58DE8C-038B-2347-93A9-DAC6488A56A6}" type="presParOf" srcId="{6FA92E7E-F096-5640-8745-823F6BD918B8}" destId="{CCA4D108-F2C1-5F4D-A233-1240536A3E6F}" srcOrd="7" destOrd="0" presId="urn:microsoft.com/office/officeart/2008/layout/LinedList"/>
    <dgm:cxn modelId="{B3222541-6B8C-254C-AB1F-8671C732B30D}" type="presParOf" srcId="{CCA4D108-F2C1-5F4D-A233-1240536A3E6F}" destId="{342AD0E4-F23A-F84E-8CA7-BF80867F16BB}" srcOrd="0" destOrd="0" presId="urn:microsoft.com/office/officeart/2008/layout/LinedList"/>
    <dgm:cxn modelId="{71E2CD98-0C23-A141-A041-0B6E69620C10}" type="presParOf" srcId="{CCA4D108-F2C1-5F4D-A233-1240536A3E6F}" destId="{A14B7725-1B29-014E-A775-790F680CD01C}" srcOrd="1" destOrd="0" presId="urn:microsoft.com/office/officeart/2008/layout/LinedList"/>
    <dgm:cxn modelId="{353DA1AC-6452-DE49-B44B-3CDEE51ECD35}" type="presParOf" srcId="{6FA92E7E-F096-5640-8745-823F6BD918B8}" destId="{48A6CFF7-0FD3-0945-B7E8-F2C4FBC5D3BB}" srcOrd="8" destOrd="0" presId="urn:microsoft.com/office/officeart/2008/layout/LinedList"/>
    <dgm:cxn modelId="{8205B9B9-A393-C744-91BA-5D3FFC4E2783}" type="presParOf" srcId="{6FA92E7E-F096-5640-8745-823F6BD918B8}" destId="{A84B8D5B-5DAD-134C-849D-02AB88A3F384}" srcOrd="9" destOrd="0" presId="urn:microsoft.com/office/officeart/2008/layout/LinedList"/>
    <dgm:cxn modelId="{99749E03-1348-FC4F-9228-C078D76E3627}" type="presParOf" srcId="{A84B8D5B-5DAD-134C-849D-02AB88A3F384}" destId="{C812D2F7-7013-414D-8FA8-2960B42B8B3A}" srcOrd="0" destOrd="0" presId="urn:microsoft.com/office/officeart/2008/layout/LinedList"/>
    <dgm:cxn modelId="{56ED4608-52D4-144E-AC15-C8AE72459F61}" type="presParOf" srcId="{A84B8D5B-5DAD-134C-849D-02AB88A3F384}" destId="{DC80DC49-53B3-6348-96CF-59D33C55A845}" srcOrd="1" destOrd="0" presId="urn:microsoft.com/office/officeart/2008/layout/LinedList"/>
    <dgm:cxn modelId="{FCEEA095-5E3C-C346-BF24-94F8CBCB66FC}" type="presParOf" srcId="{6FA92E7E-F096-5640-8745-823F6BD918B8}" destId="{1BE57DF4-D96E-FA40-8415-A5B6FD87BBC1}" srcOrd="10" destOrd="0" presId="urn:microsoft.com/office/officeart/2008/layout/LinedList"/>
    <dgm:cxn modelId="{5EB2634E-3362-1C40-9799-45BC7E2E9E1A}" type="presParOf" srcId="{6FA92E7E-F096-5640-8745-823F6BD918B8}" destId="{A35CCDCF-7C6D-EA4E-81F9-84943254138E}" srcOrd="11" destOrd="0" presId="urn:microsoft.com/office/officeart/2008/layout/LinedList"/>
    <dgm:cxn modelId="{4BA96579-613B-5547-863C-02B07FF33229}" type="presParOf" srcId="{A35CCDCF-7C6D-EA4E-81F9-84943254138E}" destId="{1524EDC1-6220-174B-AC9F-241BB6D78D61}" srcOrd="0" destOrd="0" presId="urn:microsoft.com/office/officeart/2008/layout/LinedList"/>
    <dgm:cxn modelId="{567E6C34-6511-FA4D-9E1A-F9D16DDAD081}" type="presParOf" srcId="{A35CCDCF-7C6D-EA4E-81F9-84943254138E}" destId="{7C3911FC-CD66-E14F-8FDA-DB64A479B0BF}" srcOrd="1" destOrd="0" presId="urn:microsoft.com/office/officeart/2008/layout/LinedList"/>
    <dgm:cxn modelId="{E8FCF8CE-396A-5048-9F0C-B059C4D8B91E}" type="presParOf" srcId="{6FA92E7E-F096-5640-8745-823F6BD918B8}" destId="{D4B3A3C2-1187-DA4B-AC11-76582D7708F8}" srcOrd="12" destOrd="0" presId="urn:microsoft.com/office/officeart/2008/layout/LinedList"/>
    <dgm:cxn modelId="{CADF5021-4E24-4243-8614-D29A488DCAA8}" type="presParOf" srcId="{6FA92E7E-F096-5640-8745-823F6BD918B8}" destId="{868ED3ED-8CCD-4048-BE42-DF420242381C}" srcOrd="13" destOrd="0" presId="urn:microsoft.com/office/officeart/2008/layout/LinedList"/>
    <dgm:cxn modelId="{FB86CA2D-FDBC-B74D-8451-44AC543ACED8}" type="presParOf" srcId="{868ED3ED-8CCD-4048-BE42-DF420242381C}" destId="{5F843990-D81C-A14B-92AF-7AF12FC5CA89}" srcOrd="0" destOrd="0" presId="urn:microsoft.com/office/officeart/2008/layout/LinedList"/>
    <dgm:cxn modelId="{124E7A35-F264-774A-99B9-CA0A3692AC2C}" type="presParOf" srcId="{868ED3ED-8CCD-4048-BE42-DF420242381C}" destId="{2D7DED0E-1295-E747-B10E-0C12FE3CB52E}" srcOrd="1" destOrd="0" presId="urn:microsoft.com/office/officeart/2008/layout/LinedList"/>
    <dgm:cxn modelId="{339D1BFF-891F-AE40-90B5-73FE09A2D18E}" type="presParOf" srcId="{6FA92E7E-F096-5640-8745-823F6BD918B8}" destId="{25388F9E-0874-CF41-B6F2-A386311712B3}" srcOrd="14" destOrd="0" presId="urn:microsoft.com/office/officeart/2008/layout/LinedList"/>
    <dgm:cxn modelId="{4DE2AA98-3F97-4A4F-8C8A-7727FFD23081}" type="presParOf" srcId="{6FA92E7E-F096-5640-8745-823F6BD918B8}" destId="{C327150A-53C7-C343-A3EF-95BECA7DA589}" srcOrd="15" destOrd="0" presId="urn:microsoft.com/office/officeart/2008/layout/LinedList"/>
    <dgm:cxn modelId="{5F4A4B1C-7C07-294A-B554-A1AF8002D20F}" type="presParOf" srcId="{C327150A-53C7-C343-A3EF-95BECA7DA589}" destId="{CFF4F365-CA19-F741-8C6F-5BACB970E133}" srcOrd="0" destOrd="0" presId="urn:microsoft.com/office/officeart/2008/layout/LinedList"/>
    <dgm:cxn modelId="{AA6BDCAC-D3C8-D245-A137-3FE6375EC864}" type="presParOf" srcId="{C327150A-53C7-C343-A3EF-95BECA7DA589}" destId="{A47A8B6D-CD34-3541-A034-FAEF36424C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D35037-4683-FC4D-A974-84B9F924767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E77FFCF4-AB55-1A4A-BBEF-C4B16A867379}">
      <dgm:prSet/>
      <dgm:spPr/>
      <dgm:t>
        <a:bodyPr/>
        <a:lstStyle/>
        <a:p>
          <a:r>
            <a:rPr lang="en-DE" b="1" baseline="0" dirty="0"/>
            <a:t>Dataset </a:t>
          </a:r>
          <a:endParaRPr lang="en-DE" dirty="0"/>
        </a:p>
      </dgm:t>
    </dgm:pt>
    <dgm:pt modelId="{AC1C9C8A-9D23-C445-AE9C-557CFACB3CCF}" type="parTrans" cxnId="{1908D386-98C2-804F-9B56-B3A2B63DC3C4}">
      <dgm:prSet/>
      <dgm:spPr/>
      <dgm:t>
        <a:bodyPr/>
        <a:lstStyle/>
        <a:p>
          <a:endParaRPr lang="en-GB"/>
        </a:p>
      </dgm:t>
    </dgm:pt>
    <dgm:pt modelId="{24032491-0CD7-EB4B-B81D-6FEE2DBCC817}" type="sibTrans" cxnId="{1908D386-98C2-804F-9B56-B3A2B63DC3C4}">
      <dgm:prSet/>
      <dgm:spPr/>
      <dgm:t>
        <a:bodyPr/>
        <a:lstStyle/>
        <a:p>
          <a:endParaRPr lang="en-GB"/>
        </a:p>
      </dgm:t>
    </dgm:pt>
    <dgm:pt modelId="{59CBB44B-9426-C545-9A1A-EDB6BF7F9707}">
      <dgm:prSet/>
      <dgm:spPr/>
      <dgm:t>
        <a:bodyPr/>
        <a:lstStyle/>
        <a:p>
          <a:r>
            <a:rPr lang="en-DE" b="1" baseline="0" dirty="0"/>
            <a:t>Data Cleaning</a:t>
          </a:r>
          <a:endParaRPr lang="en-DE" dirty="0"/>
        </a:p>
      </dgm:t>
    </dgm:pt>
    <dgm:pt modelId="{C2D05792-FD30-2546-AF45-22C5DD655C62}" type="parTrans" cxnId="{B8FBAF06-D2F4-D946-932E-719F535DE59A}">
      <dgm:prSet/>
      <dgm:spPr/>
      <dgm:t>
        <a:bodyPr/>
        <a:lstStyle/>
        <a:p>
          <a:endParaRPr lang="en-GB"/>
        </a:p>
      </dgm:t>
    </dgm:pt>
    <dgm:pt modelId="{0FC3AEE4-3590-9042-8719-FD52FD73CC06}" type="sibTrans" cxnId="{B8FBAF06-D2F4-D946-932E-719F535DE59A}">
      <dgm:prSet/>
      <dgm:spPr/>
      <dgm:t>
        <a:bodyPr/>
        <a:lstStyle/>
        <a:p>
          <a:endParaRPr lang="en-GB"/>
        </a:p>
      </dgm:t>
    </dgm:pt>
    <dgm:pt modelId="{DAF1F9D5-8232-594C-8101-9E74E743EA8A}">
      <dgm:prSet/>
      <dgm:spPr/>
      <dgm:t>
        <a:bodyPr/>
        <a:lstStyle/>
        <a:p>
          <a:r>
            <a:rPr lang="en-DE" b="1" baseline="0" dirty="0"/>
            <a:t>Exploratory Data Analysis</a:t>
          </a:r>
          <a:endParaRPr lang="en-DE" dirty="0"/>
        </a:p>
      </dgm:t>
    </dgm:pt>
    <dgm:pt modelId="{41568D62-C905-7941-8128-5AE71133DA26}" type="parTrans" cxnId="{69D1DB7E-F4F1-CE48-B397-A9F9C2B54BAE}">
      <dgm:prSet/>
      <dgm:spPr/>
      <dgm:t>
        <a:bodyPr/>
        <a:lstStyle/>
        <a:p>
          <a:endParaRPr lang="en-GB"/>
        </a:p>
      </dgm:t>
    </dgm:pt>
    <dgm:pt modelId="{A027A9F0-7D34-6B41-83D5-FC8D46D3D814}" type="sibTrans" cxnId="{69D1DB7E-F4F1-CE48-B397-A9F9C2B54BAE}">
      <dgm:prSet/>
      <dgm:spPr/>
      <dgm:t>
        <a:bodyPr/>
        <a:lstStyle/>
        <a:p>
          <a:endParaRPr lang="en-GB"/>
        </a:p>
      </dgm:t>
    </dgm:pt>
    <dgm:pt modelId="{4CF24F27-0D1C-D546-85DA-8B199706FAE1}">
      <dgm:prSet/>
      <dgm:spPr/>
      <dgm:t>
        <a:bodyPr/>
        <a:lstStyle/>
        <a:p>
          <a:r>
            <a:rPr lang="en-DE" b="1" baseline="0" dirty="0"/>
            <a:t>Train/Test Split</a:t>
          </a:r>
          <a:endParaRPr lang="en-DE" dirty="0"/>
        </a:p>
      </dgm:t>
    </dgm:pt>
    <dgm:pt modelId="{08ACC32F-60A0-5F4A-94F1-EC0D5A3F1E6C}" type="parTrans" cxnId="{924691B8-4770-B74A-94C9-53372B46E3A1}">
      <dgm:prSet/>
      <dgm:spPr/>
      <dgm:t>
        <a:bodyPr/>
        <a:lstStyle/>
        <a:p>
          <a:endParaRPr lang="en-GB"/>
        </a:p>
      </dgm:t>
    </dgm:pt>
    <dgm:pt modelId="{1F8034DB-F6BC-AF4E-B773-D6BFAAA5B600}" type="sibTrans" cxnId="{924691B8-4770-B74A-94C9-53372B46E3A1}">
      <dgm:prSet/>
      <dgm:spPr/>
      <dgm:t>
        <a:bodyPr/>
        <a:lstStyle/>
        <a:p>
          <a:endParaRPr lang="en-GB"/>
        </a:p>
      </dgm:t>
    </dgm:pt>
    <dgm:pt modelId="{0561004E-C2CC-6F41-8C5B-C3E80BEB234F}">
      <dgm:prSet/>
      <dgm:spPr/>
      <dgm:t>
        <a:bodyPr/>
        <a:lstStyle/>
        <a:p>
          <a:r>
            <a:rPr lang="en-DE" b="1" baseline="0" dirty="0"/>
            <a:t>Feature Scaling</a:t>
          </a:r>
          <a:endParaRPr lang="en-DE" dirty="0"/>
        </a:p>
      </dgm:t>
    </dgm:pt>
    <dgm:pt modelId="{AD7C6D94-BEDB-6B4C-B442-68771FD6A691}" type="parTrans" cxnId="{6BB35388-0F7B-C049-B679-5996470E5E77}">
      <dgm:prSet/>
      <dgm:spPr/>
      <dgm:t>
        <a:bodyPr/>
        <a:lstStyle/>
        <a:p>
          <a:endParaRPr lang="en-GB"/>
        </a:p>
      </dgm:t>
    </dgm:pt>
    <dgm:pt modelId="{11629414-804F-CE42-910E-CAE5A4A828E1}" type="sibTrans" cxnId="{6BB35388-0F7B-C049-B679-5996470E5E77}">
      <dgm:prSet/>
      <dgm:spPr/>
      <dgm:t>
        <a:bodyPr/>
        <a:lstStyle/>
        <a:p>
          <a:endParaRPr lang="en-GB"/>
        </a:p>
      </dgm:t>
    </dgm:pt>
    <dgm:pt modelId="{ED83DF3E-CA0E-C643-B288-C8F10CBF1D3B}">
      <dgm:prSet/>
      <dgm:spPr/>
      <dgm:t>
        <a:bodyPr/>
        <a:lstStyle/>
        <a:p>
          <a:r>
            <a:rPr lang="en-DE" b="1" baseline="0" dirty="0"/>
            <a:t>Forward Feature Selection</a:t>
          </a:r>
          <a:endParaRPr lang="en-DE" dirty="0"/>
        </a:p>
      </dgm:t>
    </dgm:pt>
    <dgm:pt modelId="{96E1F585-1E6A-DF4B-9141-9718DB5A2497}" type="parTrans" cxnId="{5B81B3D3-694A-5740-81C2-A441A5719FBD}">
      <dgm:prSet/>
      <dgm:spPr/>
      <dgm:t>
        <a:bodyPr/>
        <a:lstStyle/>
        <a:p>
          <a:endParaRPr lang="en-GB"/>
        </a:p>
      </dgm:t>
    </dgm:pt>
    <dgm:pt modelId="{9AE5C4CD-0051-CE45-8C2A-31A413830DE2}" type="sibTrans" cxnId="{5B81B3D3-694A-5740-81C2-A441A5719FBD}">
      <dgm:prSet/>
      <dgm:spPr/>
      <dgm:t>
        <a:bodyPr/>
        <a:lstStyle/>
        <a:p>
          <a:endParaRPr lang="en-GB"/>
        </a:p>
      </dgm:t>
    </dgm:pt>
    <dgm:pt modelId="{05A0D8A2-0CDF-284D-8B16-8708892C7531}">
      <dgm:prSet/>
      <dgm:spPr/>
      <dgm:t>
        <a:bodyPr/>
        <a:lstStyle/>
        <a:p>
          <a:r>
            <a:rPr lang="en-DE" b="1" baseline="0" dirty="0"/>
            <a:t>Model Training</a:t>
          </a:r>
          <a:endParaRPr lang="en-DE" dirty="0"/>
        </a:p>
      </dgm:t>
    </dgm:pt>
    <dgm:pt modelId="{0697C935-A40D-294B-9920-BA9110B05D1B}" type="parTrans" cxnId="{C7C03976-39D7-534C-8E13-2A1CEFC83178}">
      <dgm:prSet/>
      <dgm:spPr/>
      <dgm:t>
        <a:bodyPr/>
        <a:lstStyle/>
        <a:p>
          <a:endParaRPr lang="en-GB"/>
        </a:p>
      </dgm:t>
    </dgm:pt>
    <dgm:pt modelId="{B0F194EF-C91F-0A48-AE7E-6FC1DE4F5409}" type="sibTrans" cxnId="{C7C03976-39D7-534C-8E13-2A1CEFC83178}">
      <dgm:prSet/>
      <dgm:spPr/>
      <dgm:t>
        <a:bodyPr/>
        <a:lstStyle/>
        <a:p>
          <a:endParaRPr lang="en-GB"/>
        </a:p>
      </dgm:t>
    </dgm:pt>
    <dgm:pt modelId="{FF28A520-6483-2B45-96FF-951351D3D63D}">
      <dgm:prSet/>
      <dgm:spPr/>
      <dgm:t>
        <a:bodyPr/>
        <a:lstStyle/>
        <a:p>
          <a:r>
            <a:rPr lang="en-DE" b="1" baseline="0" dirty="0"/>
            <a:t>Hyperparameter Optimization</a:t>
          </a:r>
          <a:endParaRPr lang="en-DE" dirty="0"/>
        </a:p>
      </dgm:t>
    </dgm:pt>
    <dgm:pt modelId="{B1776F52-042F-B34C-A51A-05F7E828BFEE}" type="parTrans" cxnId="{C67D858B-F0DD-C34A-9370-60CCDE625941}">
      <dgm:prSet/>
      <dgm:spPr/>
      <dgm:t>
        <a:bodyPr/>
        <a:lstStyle/>
        <a:p>
          <a:endParaRPr lang="en-GB"/>
        </a:p>
      </dgm:t>
    </dgm:pt>
    <dgm:pt modelId="{361C9D4F-E613-F341-AE89-45A6BA6C5985}" type="sibTrans" cxnId="{C67D858B-F0DD-C34A-9370-60CCDE625941}">
      <dgm:prSet/>
      <dgm:spPr/>
      <dgm:t>
        <a:bodyPr/>
        <a:lstStyle/>
        <a:p>
          <a:endParaRPr lang="en-GB"/>
        </a:p>
      </dgm:t>
    </dgm:pt>
    <dgm:pt modelId="{CDF01E6E-50A2-8F4A-9423-9FFAE2D89A09}">
      <dgm:prSet/>
      <dgm:spPr/>
      <dgm:t>
        <a:bodyPr/>
        <a:lstStyle/>
        <a:p>
          <a:r>
            <a:rPr lang="en-DE" b="1" baseline="0" dirty="0"/>
            <a:t>Model Evaluation</a:t>
          </a:r>
          <a:endParaRPr lang="en-DE" dirty="0"/>
        </a:p>
      </dgm:t>
    </dgm:pt>
    <dgm:pt modelId="{90E76784-4332-6244-934E-AA65A1898783}" type="parTrans" cxnId="{93E80FE1-C6F2-DC47-8146-B30507241EF6}">
      <dgm:prSet/>
      <dgm:spPr/>
      <dgm:t>
        <a:bodyPr/>
        <a:lstStyle/>
        <a:p>
          <a:endParaRPr lang="en-GB"/>
        </a:p>
      </dgm:t>
    </dgm:pt>
    <dgm:pt modelId="{4CCFB842-2D5C-5C40-95B5-A2A438244A75}" type="sibTrans" cxnId="{93E80FE1-C6F2-DC47-8146-B30507241EF6}">
      <dgm:prSet/>
      <dgm:spPr/>
      <dgm:t>
        <a:bodyPr/>
        <a:lstStyle/>
        <a:p>
          <a:endParaRPr lang="en-GB"/>
        </a:p>
      </dgm:t>
    </dgm:pt>
    <dgm:pt modelId="{70077EE7-41E8-DA40-ADB5-C53BD7FA15E1}">
      <dgm:prSet/>
      <dgm:spPr/>
      <dgm:t>
        <a:bodyPr/>
        <a:lstStyle/>
        <a:p>
          <a:r>
            <a:rPr lang="en-DE" b="1" baseline="0" dirty="0"/>
            <a:t>Model Comparison</a:t>
          </a:r>
          <a:endParaRPr lang="en-DE" dirty="0"/>
        </a:p>
      </dgm:t>
    </dgm:pt>
    <dgm:pt modelId="{DDA671A7-D930-FA41-B96D-10FC8ECA80DD}" type="parTrans" cxnId="{A3F47870-F3D4-C34A-8DDE-604F32B676B8}">
      <dgm:prSet/>
      <dgm:spPr/>
      <dgm:t>
        <a:bodyPr/>
        <a:lstStyle/>
        <a:p>
          <a:endParaRPr lang="en-GB"/>
        </a:p>
      </dgm:t>
    </dgm:pt>
    <dgm:pt modelId="{571C93D4-FFDE-DF48-844D-B80B34AA65A1}" type="sibTrans" cxnId="{A3F47870-F3D4-C34A-8DDE-604F32B676B8}">
      <dgm:prSet/>
      <dgm:spPr/>
      <dgm:t>
        <a:bodyPr/>
        <a:lstStyle/>
        <a:p>
          <a:endParaRPr lang="en-GB"/>
        </a:p>
      </dgm:t>
    </dgm:pt>
    <dgm:pt modelId="{0B7D7F42-FF9A-CF49-9A63-7CA82F7A2965}" type="pres">
      <dgm:prSet presAssocID="{56D35037-4683-FC4D-A974-84B9F9247679}" presName="vert0" presStyleCnt="0">
        <dgm:presLayoutVars>
          <dgm:dir/>
          <dgm:animOne val="branch"/>
          <dgm:animLvl val="lvl"/>
        </dgm:presLayoutVars>
      </dgm:prSet>
      <dgm:spPr/>
    </dgm:pt>
    <dgm:pt modelId="{6EC2224B-1C03-7E47-8A67-5CCDCF6AFB72}" type="pres">
      <dgm:prSet presAssocID="{E77FFCF4-AB55-1A4A-BBEF-C4B16A867379}" presName="thickLine" presStyleLbl="alignNode1" presStyleIdx="0" presStyleCnt="10"/>
      <dgm:spPr/>
    </dgm:pt>
    <dgm:pt modelId="{45FC5E0F-AF05-F942-BB38-4904B3F86579}" type="pres">
      <dgm:prSet presAssocID="{E77FFCF4-AB55-1A4A-BBEF-C4B16A867379}" presName="horz1" presStyleCnt="0"/>
      <dgm:spPr/>
    </dgm:pt>
    <dgm:pt modelId="{FD64D2E7-C351-E249-A825-FBDD3C45D18A}" type="pres">
      <dgm:prSet presAssocID="{E77FFCF4-AB55-1A4A-BBEF-C4B16A867379}" presName="tx1" presStyleLbl="revTx" presStyleIdx="0" presStyleCnt="10"/>
      <dgm:spPr/>
    </dgm:pt>
    <dgm:pt modelId="{99EEDBD0-4171-5A42-AE25-49115DE7512B}" type="pres">
      <dgm:prSet presAssocID="{E77FFCF4-AB55-1A4A-BBEF-C4B16A867379}" presName="vert1" presStyleCnt="0"/>
      <dgm:spPr/>
    </dgm:pt>
    <dgm:pt modelId="{8431917E-1054-FC4E-97D7-63C71CFE7EEC}" type="pres">
      <dgm:prSet presAssocID="{59CBB44B-9426-C545-9A1A-EDB6BF7F9707}" presName="thickLine" presStyleLbl="alignNode1" presStyleIdx="1" presStyleCnt="10"/>
      <dgm:spPr/>
    </dgm:pt>
    <dgm:pt modelId="{DD87C30D-7C77-8E49-BF9E-A7AEF4109586}" type="pres">
      <dgm:prSet presAssocID="{59CBB44B-9426-C545-9A1A-EDB6BF7F9707}" presName="horz1" presStyleCnt="0"/>
      <dgm:spPr/>
    </dgm:pt>
    <dgm:pt modelId="{DC335A9D-AC5E-654C-A912-70F82071A942}" type="pres">
      <dgm:prSet presAssocID="{59CBB44B-9426-C545-9A1A-EDB6BF7F9707}" presName="tx1" presStyleLbl="revTx" presStyleIdx="1" presStyleCnt="10"/>
      <dgm:spPr/>
    </dgm:pt>
    <dgm:pt modelId="{59AD26C8-8AE4-244F-827B-15566832B248}" type="pres">
      <dgm:prSet presAssocID="{59CBB44B-9426-C545-9A1A-EDB6BF7F9707}" presName="vert1" presStyleCnt="0"/>
      <dgm:spPr/>
    </dgm:pt>
    <dgm:pt modelId="{F93D4510-6E27-BB4F-AB4F-9451DC5FF574}" type="pres">
      <dgm:prSet presAssocID="{DAF1F9D5-8232-594C-8101-9E74E743EA8A}" presName="thickLine" presStyleLbl="alignNode1" presStyleIdx="2" presStyleCnt="10"/>
      <dgm:spPr/>
    </dgm:pt>
    <dgm:pt modelId="{3358EA4E-A287-4B4D-B3B8-ACEE0E044C1A}" type="pres">
      <dgm:prSet presAssocID="{DAF1F9D5-8232-594C-8101-9E74E743EA8A}" presName="horz1" presStyleCnt="0"/>
      <dgm:spPr/>
    </dgm:pt>
    <dgm:pt modelId="{C331D8F4-132F-9E42-BD60-3EC33C094D73}" type="pres">
      <dgm:prSet presAssocID="{DAF1F9D5-8232-594C-8101-9E74E743EA8A}" presName="tx1" presStyleLbl="revTx" presStyleIdx="2" presStyleCnt="10"/>
      <dgm:spPr/>
    </dgm:pt>
    <dgm:pt modelId="{BE8519D0-F85A-0B4D-9658-4E152B7BCBE7}" type="pres">
      <dgm:prSet presAssocID="{DAF1F9D5-8232-594C-8101-9E74E743EA8A}" presName="vert1" presStyleCnt="0"/>
      <dgm:spPr/>
    </dgm:pt>
    <dgm:pt modelId="{9F0BEB53-BFCF-BE41-9C9C-F855D143C262}" type="pres">
      <dgm:prSet presAssocID="{4CF24F27-0D1C-D546-85DA-8B199706FAE1}" presName="thickLine" presStyleLbl="alignNode1" presStyleIdx="3" presStyleCnt="10"/>
      <dgm:spPr/>
    </dgm:pt>
    <dgm:pt modelId="{2A5B0624-ED15-AA4C-8E52-F04974ED049D}" type="pres">
      <dgm:prSet presAssocID="{4CF24F27-0D1C-D546-85DA-8B199706FAE1}" presName="horz1" presStyleCnt="0"/>
      <dgm:spPr/>
    </dgm:pt>
    <dgm:pt modelId="{BB4B76EC-6BF7-074A-9427-F145F07EC6F8}" type="pres">
      <dgm:prSet presAssocID="{4CF24F27-0D1C-D546-85DA-8B199706FAE1}" presName="tx1" presStyleLbl="revTx" presStyleIdx="3" presStyleCnt="10"/>
      <dgm:spPr/>
    </dgm:pt>
    <dgm:pt modelId="{AC2B915D-9B99-E84E-BAEF-8416DE818FF8}" type="pres">
      <dgm:prSet presAssocID="{4CF24F27-0D1C-D546-85DA-8B199706FAE1}" presName="vert1" presStyleCnt="0"/>
      <dgm:spPr/>
    </dgm:pt>
    <dgm:pt modelId="{35D802C0-1255-3C42-BDAE-39E609932D94}" type="pres">
      <dgm:prSet presAssocID="{0561004E-C2CC-6F41-8C5B-C3E80BEB234F}" presName="thickLine" presStyleLbl="alignNode1" presStyleIdx="4" presStyleCnt="10"/>
      <dgm:spPr/>
    </dgm:pt>
    <dgm:pt modelId="{4949794F-54BD-8248-A6A1-9AFEFD023E7A}" type="pres">
      <dgm:prSet presAssocID="{0561004E-C2CC-6F41-8C5B-C3E80BEB234F}" presName="horz1" presStyleCnt="0"/>
      <dgm:spPr/>
    </dgm:pt>
    <dgm:pt modelId="{C8D1B107-ACBF-5149-B046-AF16FFBABAEE}" type="pres">
      <dgm:prSet presAssocID="{0561004E-C2CC-6F41-8C5B-C3E80BEB234F}" presName="tx1" presStyleLbl="revTx" presStyleIdx="4" presStyleCnt="10"/>
      <dgm:spPr/>
    </dgm:pt>
    <dgm:pt modelId="{31ACC5A9-B63D-2847-90D3-5D6584838ACC}" type="pres">
      <dgm:prSet presAssocID="{0561004E-C2CC-6F41-8C5B-C3E80BEB234F}" presName="vert1" presStyleCnt="0"/>
      <dgm:spPr/>
    </dgm:pt>
    <dgm:pt modelId="{15067AC0-5488-9848-8328-54417015D338}" type="pres">
      <dgm:prSet presAssocID="{ED83DF3E-CA0E-C643-B288-C8F10CBF1D3B}" presName="thickLine" presStyleLbl="alignNode1" presStyleIdx="5" presStyleCnt="10"/>
      <dgm:spPr/>
    </dgm:pt>
    <dgm:pt modelId="{8FDCC79B-5BE7-7844-B71A-BAE13906C86C}" type="pres">
      <dgm:prSet presAssocID="{ED83DF3E-CA0E-C643-B288-C8F10CBF1D3B}" presName="horz1" presStyleCnt="0"/>
      <dgm:spPr/>
    </dgm:pt>
    <dgm:pt modelId="{7429A9F9-9181-9F43-9C05-C1A0B67668CF}" type="pres">
      <dgm:prSet presAssocID="{ED83DF3E-CA0E-C643-B288-C8F10CBF1D3B}" presName="tx1" presStyleLbl="revTx" presStyleIdx="5" presStyleCnt="10"/>
      <dgm:spPr/>
    </dgm:pt>
    <dgm:pt modelId="{FFE174A9-A841-B841-87F9-6ABD51E7D811}" type="pres">
      <dgm:prSet presAssocID="{ED83DF3E-CA0E-C643-B288-C8F10CBF1D3B}" presName="vert1" presStyleCnt="0"/>
      <dgm:spPr/>
    </dgm:pt>
    <dgm:pt modelId="{397B105D-9E14-6043-BAE6-FA522E1E9282}" type="pres">
      <dgm:prSet presAssocID="{05A0D8A2-0CDF-284D-8B16-8708892C7531}" presName="thickLine" presStyleLbl="alignNode1" presStyleIdx="6" presStyleCnt="10"/>
      <dgm:spPr/>
    </dgm:pt>
    <dgm:pt modelId="{ED7AC905-979A-A844-B582-150ABD2F4C00}" type="pres">
      <dgm:prSet presAssocID="{05A0D8A2-0CDF-284D-8B16-8708892C7531}" presName="horz1" presStyleCnt="0"/>
      <dgm:spPr/>
    </dgm:pt>
    <dgm:pt modelId="{3610A343-8764-F344-8AE2-E906262FB257}" type="pres">
      <dgm:prSet presAssocID="{05A0D8A2-0CDF-284D-8B16-8708892C7531}" presName="tx1" presStyleLbl="revTx" presStyleIdx="6" presStyleCnt="10"/>
      <dgm:spPr/>
    </dgm:pt>
    <dgm:pt modelId="{56741CB8-F39F-184F-B2FD-90E3148D683F}" type="pres">
      <dgm:prSet presAssocID="{05A0D8A2-0CDF-284D-8B16-8708892C7531}" presName="vert1" presStyleCnt="0"/>
      <dgm:spPr/>
    </dgm:pt>
    <dgm:pt modelId="{954B513B-7BDB-6045-8F1E-D10394E44C54}" type="pres">
      <dgm:prSet presAssocID="{FF28A520-6483-2B45-96FF-951351D3D63D}" presName="thickLine" presStyleLbl="alignNode1" presStyleIdx="7" presStyleCnt="10"/>
      <dgm:spPr/>
    </dgm:pt>
    <dgm:pt modelId="{FF6E3F20-0BE2-6145-A442-72ECAA296DFE}" type="pres">
      <dgm:prSet presAssocID="{FF28A520-6483-2B45-96FF-951351D3D63D}" presName="horz1" presStyleCnt="0"/>
      <dgm:spPr/>
    </dgm:pt>
    <dgm:pt modelId="{FB7564B2-B8BF-A24A-906F-2742D5D7032C}" type="pres">
      <dgm:prSet presAssocID="{FF28A520-6483-2B45-96FF-951351D3D63D}" presName="tx1" presStyleLbl="revTx" presStyleIdx="7" presStyleCnt="10"/>
      <dgm:spPr/>
    </dgm:pt>
    <dgm:pt modelId="{B9D10B61-84CA-F746-BFE4-D859A21574C1}" type="pres">
      <dgm:prSet presAssocID="{FF28A520-6483-2B45-96FF-951351D3D63D}" presName="vert1" presStyleCnt="0"/>
      <dgm:spPr/>
    </dgm:pt>
    <dgm:pt modelId="{8FA28A28-6B7F-374B-A7AA-09A9E7B70907}" type="pres">
      <dgm:prSet presAssocID="{CDF01E6E-50A2-8F4A-9423-9FFAE2D89A09}" presName="thickLine" presStyleLbl="alignNode1" presStyleIdx="8" presStyleCnt="10"/>
      <dgm:spPr/>
    </dgm:pt>
    <dgm:pt modelId="{1397AAB5-1865-054B-B36F-61D44AED9A1F}" type="pres">
      <dgm:prSet presAssocID="{CDF01E6E-50A2-8F4A-9423-9FFAE2D89A09}" presName="horz1" presStyleCnt="0"/>
      <dgm:spPr/>
    </dgm:pt>
    <dgm:pt modelId="{9594ABE0-0CA9-6D44-82B7-AE36FBF1569A}" type="pres">
      <dgm:prSet presAssocID="{CDF01E6E-50A2-8F4A-9423-9FFAE2D89A09}" presName="tx1" presStyleLbl="revTx" presStyleIdx="8" presStyleCnt="10"/>
      <dgm:spPr/>
    </dgm:pt>
    <dgm:pt modelId="{54AD859E-6371-C744-8542-BB92B46A026E}" type="pres">
      <dgm:prSet presAssocID="{CDF01E6E-50A2-8F4A-9423-9FFAE2D89A09}" presName="vert1" presStyleCnt="0"/>
      <dgm:spPr/>
    </dgm:pt>
    <dgm:pt modelId="{D0DF103E-4C80-4844-87EE-FA9ABA54DC06}" type="pres">
      <dgm:prSet presAssocID="{70077EE7-41E8-DA40-ADB5-C53BD7FA15E1}" presName="thickLine" presStyleLbl="alignNode1" presStyleIdx="9" presStyleCnt="10"/>
      <dgm:spPr/>
    </dgm:pt>
    <dgm:pt modelId="{4C500086-8635-194B-A959-F99B0000DAD6}" type="pres">
      <dgm:prSet presAssocID="{70077EE7-41E8-DA40-ADB5-C53BD7FA15E1}" presName="horz1" presStyleCnt="0"/>
      <dgm:spPr/>
    </dgm:pt>
    <dgm:pt modelId="{F6B2C875-E752-2F47-B3DB-122372B63301}" type="pres">
      <dgm:prSet presAssocID="{70077EE7-41E8-DA40-ADB5-C53BD7FA15E1}" presName="tx1" presStyleLbl="revTx" presStyleIdx="9" presStyleCnt="10"/>
      <dgm:spPr/>
    </dgm:pt>
    <dgm:pt modelId="{D70FC7AC-DCF0-CD47-B20C-555494FA3E6D}" type="pres">
      <dgm:prSet presAssocID="{70077EE7-41E8-DA40-ADB5-C53BD7FA15E1}" presName="vert1" presStyleCnt="0"/>
      <dgm:spPr/>
    </dgm:pt>
  </dgm:ptLst>
  <dgm:cxnLst>
    <dgm:cxn modelId="{B8FBAF06-D2F4-D946-932E-719F535DE59A}" srcId="{56D35037-4683-FC4D-A974-84B9F9247679}" destId="{59CBB44B-9426-C545-9A1A-EDB6BF7F9707}" srcOrd="1" destOrd="0" parTransId="{C2D05792-FD30-2546-AF45-22C5DD655C62}" sibTransId="{0FC3AEE4-3590-9042-8719-FD52FD73CC06}"/>
    <dgm:cxn modelId="{3EE6D60D-4323-A148-8940-3BD394657C6C}" type="presOf" srcId="{59CBB44B-9426-C545-9A1A-EDB6BF7F9707}" destId="{DC335A9D-AC5E-654C-A912-70F82071A942}" srcOrd="0" destOrd="0" presId="urn:microsoft.com/office/officeart/2008/layout/LinedList"/>
    <dgm:cxn modelId="{5FA92114-A3B8-8B4D-8DE2-F8BA8CC8C675}" type="presOf" srcId="{05A0D8A2-0CDF-284D-8B16-8708892C7531}" destId="{3610A343-8764-F344-8AE2-E906262FB257}" srcOrd="0" destOrd="0" presId="urn:microsoft.com/office/officeart/2008/layout/LinedList"/>
    <dgm:cxn modelId="{971F871F-5F59-9943-B81F-B202FA855E94}" type="presOf" srcId="{70077EE7-41E8-DA40-ADB5-C53BD7FA15E1}" destId="{F6B2C875-E752-2F47-B3DB-122372B63301}" srcOrd="0" destOrd="0" presId="urn:microsoft.com/office/officeart/2008/layout/LinedList"/>
    <dgm:cxn modelId="{503BE820-0D95-034F-BFD3-B9F5903F2EB4}" type="presOf" srcId="{E77FFCF4-AB55-1A4A-BBEF-C4B16A867379}" destId="{FD64D2E7-C351-E249-A825-FBDD3C45D18A}" srcOrd="0" destOrd="0" presId="urn:microsoft.com/office/officeart/2008/layout/LinedList"/>
    <dgm:cxn modelId="{6407805E-03C4-DC4F-9B17-DBFDFF6C0C31}" type="presOf" srcId="{56D35037-4683-FC4D-A974-84B9F9247679}" destId="{0B7D7F42-FF9A-CF49-9A63-7CA82F7A2965}" srcOrd="0" destOrd="0" presId="urn:microsoft.com/office/officeart/2008/layout/LinedList"/>
    <dgm:cxn modelId="{A3F47870-F3D4-C34A-8DDE-604F32B676B8}" srcId="{56D35037-4683-FC4D-A974-84B9F9247679}" destId="{70077EE7-41E8-DA40-ADB5-C53BD7FA15E1}" srcOrd="9" destOrd="0" parTransId="{DDA671A7-D930-FA41-B96D-10FC8ECA80DD}" sibTransId="{571C93D4-FFDE-DF48-844D-B80B34AA65A1}"/>
    <dgm:cxn modelId="{C7C03976-39D7-534C-8E13-2A1CEFC83178}" srcId="{56D35037-4683-FC4D-A974-84B9F9247679}" destId="{05A0D8A2-0CDF-284D-8B16-8708892C7531}" srcOrd="6" destOrd="0" parTransId="{0697C935-A40D-294B-9920-BA9110B05D1B}" sibTransId="{B0F194EF-C91F-0A48-AE7E-6FC1DE4F5409}"/>
    <dgm:cxn modelId="{69D1DB7E-F4F1-CE48-B397-A9F9C2B54BAE}" srcId="{56D35037-4683-FC4D-A974-84B9F9247679}" destId="{DAF1F9D5-8232-594C-8101-9E74E743EA8A}" srcOrd="2" destOrd="0" parTransId="{41568D62-C905-7941-8128-5AE71133DA26}" sibTransId="{A027A9F0-7D34-6B41-83D5-FC8D46D3D814}"/>
    <dgm:cxn modelId="{1908D386-98C2-804F-9B56-B3A2B63DC3C4}" srcId="{56D35037-4683-FC4D-A974-84B9F9247679}" destId="{E77FFCF4-AB55-1A4A-BBEF-C4B16A867379}" srcOrd="0" destOrd="0" parTransId="{AC1C9C8A-9D23-C445-AE9C-557CFACB3CCF}" sibTransId="{24032491-0CD7-EB4B-B81D-6FEE2DBCC817}"/>
    <dgm:cxn modelId="{6BB35388-0F7B-C049-B679-5996470E5E77}" srcId="{56D35037-4683-FC4D-A974-84B9F9247679}" destId="{0561004E-C2CC-6F41-8C5B-C3E80BEB234F}" srcOrd="4" destOrd="0" parTransId="{AD7C6D94-BEDB-6B4C-B442-68771FD6A691}" sibTransId="{11629414-804F-CE42-910E-CAE5A4A828E1}"/>
    <dgm:cxn modelId="{C67D858B-F0DD-C34A-9370-60CCDE625941}" srcId="{56D35037-4683-FC4D-A974-84B9F9247679}" destId="{FF28A520-6483-2B45-96FF-951351D3D63D}" srcOrd="7" destOrd="0" parTransId="{B1776F52-042F-B34C-A51A-05F7E828BFEE}" sibTransId="{361C9D4F-E613-F341-AE89-45A6BA6C5985}"/>
    <dgm:cxn modelId="{86F99296-998F-A941-BAB0-803D003BF1E6}" type="presOf" srcId="{DAF1F9D5-8232-594C-8101-9E74E743EA8A}" destId="{C331D8F4-132F-9E42-BD60-3EC33C094D73}" srcOrd="0" destOrd="0" presId="urn:microsoft.com/office/officeart/2008/layout/LinedList"/>
    <dgm:cxn modelId="{17092698-EB40-364C-95A2-7486EFA51533}" type="presOf" srcId="{0561004E-C2CC-6F41-8C5B-C3E80BEB234F}" destId="{C8D1B107-ACBF-5149-B046-AF16FFBABAEE}" srcOrd="0" destOrd="0" presId="urn:microsoft.com/office/officeart/2008/layout/LinedList"/>
    <dgm:cxn modelId="{D6C8AB9F-6F73-FE4E-9B6E-E88F7D5565B3}" type="presOf" srcId="{FF28A520-6483-2B45-96FF-951351D3D63D}" destId="{FB7564B2-B8BF-A24A-906F-2742D5D7032C}" srcOrd="0" destOrd="0" presId="urn:microsoft.com/office/officeart/2008/layout/LinedList"/>
    <dgm:cxn modelId="{AE666DAB-C710-3644-84FA-5AF5D40B41B3}" type="presOf" srcId="{ED83DF3E-CA0E-C643-B288-C8F10CBF1D3B}" destId="{7429A9F9-9181-9F43-9C05-C1A0B67668CF}" srcOrd="0" destOrd="0" presId="urn:microsoft.com/office/officeart/2008/layout/LinedList"/>
    <dgm:cxn modelId="{924691B8-4770-B74A-94C9-53372B46E3A1}" srcId="{56D35037-4683-FC4D-A974-84B9F9247679}" destId="{4CF24F27-0D1C-D546-85DA-8B199706FAE1}" srcOrd="3" destOrd="0" parTransId="{08ACC32F-60A0-5F4A-94F1-EC0D5A3F1E6C}" sibTransId="{1F8034DB-F6BC-AF4E-B773-D6BFAAA5B600}"/>
    <dgm:cxn modelId="{5B81B3D3-694A-5740-81C2-A441A5719FBD}" srcId="{56D35037-4683-FC4D-A974-84B9F9247679}" destId="{ED83DF3E-CA0E-C643-B288-C8F10CBF1D3B}" srcOrd="5" destOrd="0" parTransId="{96E1F585-1E6A-DF4B-9141-9718DB5A2497}" sibTransId="{9AE5C4CD-0051-CE45-8C2A-31A413830DE2}"/>
    <dgm:cxn modelId="{5585ADDC-149E-CD46-940F-C50D2EB35564}" type="presOf" srcId="{CDF01E6E-50A2-8F4A-9423-9FFAE2D89A09}" destId="{9594ABE0-0CA9-6D44-82B7-AE36FBF1569A}" srcOrd="0" destOrd="0" presId="urn:microsoft.com/office/officeart/2008/layout/LinedList"/>
    <dgm:cxn modelId="{93E80FE1-C6F2-DC47-8146-B30507241EF6}" srcId="{56D35037-4683-FC4D-A974-84B9F9247679}" destId="{CDF01E6E-50A2-8F4A-9423-9FFAE2D89A09}" srcOrd="8" destOrd="0" parTransId="{90E76784-4332-6244-934E-AA65A1898783}" sibTransId="{4CCFB842-2D5C-5C40-95B5-A2A438244A75}"/>
    <dgm:cxn modelId="{AACA4BEF-6A58-D34E-9702-9143886EF9D1}" type="presOf" srcId="{4CF24F27-0D1C-D546-85DA-8B199706FAE1}" destId="{BB4B76EC-6BF7-074A-9427-F145F07EC6F8}" srcOrd="0" destOrd="0" presId="urn:microsoft.com/office/officeart/2008/layout/LinedList"/>
    <dgm:cxn modelId="{8FD6A920-BD57-5D4A-9C60-BBA6C05965E6}" type="presParOf" srcId="{0B7D7F42-FF9A-CF49-9A63-7CA82F7A2965}" destId="{6EC2224B-1C03-7E47-8A67-5CCDCF6AFB72}" srcOrd="0" destOrd="0" presId="urn:microsoft.com/office/officeart/2008/layout/LinedList"/>
    <dgm:cxn modelId="{DA3E6449-5A28-084C-BB78-CA3E3A4A058D}" type="presParOf" srcId="{0B7D7F42-FF9A-CF49-9A63-7CA82F7A2965}" destId="{45FC5E0F-AF05-F942-BB38-4904B3F86579}" srcOrd="1" destOrd="0" presId="urn:microsoft.com/office/officeart/2008/layout/LinedList"/>
    <dgm:cxn modelId="{F302C601-4E17-AF4B-AF3A-45B6B40AFE0F}" type="presParOf" srcId="{45FC5E0F-AF05-F942-BB38-4904B3F86579}" destId="{FD64D2E7-C351-E249-A825-FBDD3C45D18A}" srcOrd="0" destOrd="0" presId="urn:microsoft.com/office/officeart/2008/layout/LinedList"/>
    <dgm:cxn modelId="{83F975B1-7FD2-3241-9AFB-C1669F6A3E59}" type="presParOf" srcId="{45FC5E0F-AF05-F942-BB38-4904B3F86579}" destId="{99EEDBD0-4171-5A42-AE25-49115DE7512B}" srcOrd="1" destOrd="0" presId="urn:microsoft.com/office/officeart/2008/layout/LinedList"/>
    <dgm:cxn modelId="{F6112A50-0BA3-D542-B77A-B3AB20A4CDB5}" type="presParOf" srcId="{0B7D7F42-FF9A-CF49-9A63-7CA82F7A2965}" destId="{8431917E-1054-FC4E-97D7-63C71CFE7EEC}" srcOrd="2" destOrd="0" presId="urn:microsoft.com/office/officeart/2008/layout/LinedList"/>
    <dgm:cxn modelId="{5DA842C6-8BDD-4946-B595-6FC0C46C58DE}" type="presParOf" srcId="{0B7D7F42-FF9A-CF49-9A63-7CA82F7A2965}" destId="{DD87C30D-7C77-8E49-BF9E-A7AEF4109586}" srcOrd="3" destOrd="0" presId="urn:microsoft.com/office/officeart/2008/layout/LinedList"/>
    <dgm:cxn modelId="{D56618EE-B0A1-584A-ADC9-27B897820EFC}" type="presParOf" srcId="{DD87C30D-7C77-8E49-BF9E-A7AEF4109586}" destId="{DC335A9D-AC5E-654C-A912-70F82071A942}" srcOrd="0" destOrd="0" presId="urn:microsoft.com/office/officeart/2008/layout/LinedList"/>
    <dgm:cxn modelId="{45235A8C-C303-CF4C-9A93-37CA909708A1}" type="presParOf" srcId="{DD87C30D-7C77-8E49-BF9E-A7AEF4109586}" destId="{59AD26C8-8AE4-244F-827B-15566832B248}" srcOrd="1" destOrd="0" presId="urn:microsoft.com/office/officeart/2008/layout/LinedList"/>
    <dgm:cxn modelId="{000E20D3-536F-D44D-87A5-6D98330C3E2F}" type="presParOf" srcId="{0B7D7F42-FF9A-CF49-9A63-7CA82F7A2965}" destId="{F93D4510-6E27-BB4F-AB4F-9451DC5FF574}" srcOrd="4" destOrd="0" presId="urn:microsoft.com/office/officeart/2008/layout/LinedList"/>
    <dgm:cxn modelId="{5C5B4091-3F6B-AF43-AB7C-3F12BF70DC85}" type="presParOf" srcId="{0B7D7F42-FF9A-CF49-9A63-7CA82F7A2965}" destId="{3358EA4E-A287-4B4D-B3B8-ACEE0E044C1A}" srcOrd="5" destOrd="0" presId="urn:microsoft.com/office/officeart/2008/layout/LinedList"/>
    <dgm:cxn modelId="{E7E629BE-21F0-214E-BC67-37917EFC78BC}" type="presParOf" srcId="{3358EA4E-A287-4B4D-B3B8-ACEE0E044C1A}" destId="{C331D8F4-132F-9E42-BD60-3EC33C094D73}" srcOrd="0" destOrd="0" presId="urn:microsoft.com/office/officeart/2008/layout/LinedList"/>
    <dgm:cxn modelId="{79B32F7B-7670-BC4E-B324-C0219658AF51}" type="presParOf" srcId="{3358EA4E-A287-4B4D-B3B8-ACEE0E044C1A}" destId="{BE8519D0-F85A-0B4D-9658-4E152B7BCBE7}" srcOrd="1" destOrd="0" presId="urn:microsoft.com/office/officeart/2008/layout/LinedList"/>
    <dgm:cxn modelId="{4A649058-E316-564E-9755-8B39E4A6F151}" type="presParOf" srcId="{0B7D7F42-FF9A-CF49-9A63-7CA82F7A2965}" destId="{9F0BEB53-BFCF-BE41-9C9C-F855D143C262}" srcOrd="6" destOrd="0" presId="urn:microsoft.com/office/officeart/2008/layout/LinedList"/>
    <dgm:cxn modelId="{8AC61E98-7E4F-174F-9673-FF29AE51A9D0}" type="presParOf" srcId="{0B7D7F42-FF9A-CF49-9A63-7CA82F7A2965}" destId="{2A5B0624-ED15-AA4C-8E52-F04974ED049D}" srcOrd="7" destOrd="0" presId="urn:microsoft.com/office/officeart/2008/layout/LinedList"/>
    <dgm:cxn modelId="{09FF0BA0-53F9-2841-874A-152BB8C3C599}" type="presParOf" srcId="{2A5B0624-ED15-AA4C-8E52-F04974ED049D}" destId="{BB4B76EC-6BF7-074A-9427-F145F07EC6F8}" srcOrd="0" destOrd="0" presId="urn:microsoft.com/office/officeart/2008/layout/LinedList"/>
    <dgm:cxn modelId="{281DD582-DB0C-5E4E-8D77-0F03000405A0}" type="presParOf" srcId="{2A5B0624-ED15-AA4C-8E52-F04974ED049D}" destId="{AC2B915D-9B99-E84E-BAEF-8416DE818FF8}" srcOrd="1" destOrd="0" presId="urn:microsoft.com/office/officeart/2008/layout/LinedList"/>
    <dgm:cxn modelId="{130BACB8-E5F2-2343-B6A0-2C9FCF1CBA61}" type="presParOf" srcId="{0B7D7F42-FF9A-CF49-9A63-7CA82F7A2965}" destId="{35D802C0-1255-3C42-BDAE-39E609932D94}" srcOrd="8" destOrd="0" presId="urn:microsoft.com/office/officeart/2008/layout/LinedList"/>
    <dgm:cxn modelId="{7B21FC11-5F42-624B-BDBA-77420A1AA732}" type="presParOf" srcId="{0B7D7F42-FF9A-CF49-9A63-7CA82F7A2965}" destId="{4949794F-54BD-8248-A6A1-9AFEFD023E7A}" srcOrd="9" destOrd="0" presId="urn:microsoft.com/office/officeart/2008/layout/LinedList"/>
    <dgm:cxn modelId="{26B38D4F-BCD2-C945-A4CC-B7FFED712AA4}" type="presParOf" srcId="{4949794F-54BD-8248-A6A1-9AFEFD023E7A}" destId="{C8D1B107-ACBF-5149-B046-AF16FFBABAEE}" srcOrd="0" destOrd="0" presId="urn:microsoft.com/office/officeart/2008/layout/LinedList"/>
    <dgm:cxn modelId="{42352EB6-6DFE-E649-B140-6CA07B1EC48F}" type="presParOf" srcId="{4949794F-54BD-8248-A6A1-9AFEFD023E7A}" destId="{31ACC5A9-B63D-2847-90D3-5D6584838ACC}" srcOrd="1" destOrd="0" presId="urn:microsoft.com/office/officeart/2008/layout/LinedList"/>
    <dgm:cxn modelId="{12F04942-D3BD-5F45-9BD6-AF956E58FA36}" type="presParOf" srcId="{0B7D7F42-FF9A-CF49-9A63-7CA82F7A2965}" destId="{15067AC0-5488-9848-8328-54417015D338}" srcOrd="10" destOrd="0" presId="urn:microsoft.com/office/officeart/2008/layout/LinedList"/>
    <dgm:cxn modelId="{521E5403-038F-0C41-9CF4-B7DF92E5BC1A}" type="presParOf" srcId="{0B7D7F42-FF9A-CF49-9A63-7CA82F7A2965}" destId="{8FDCC79B-5BE7-7844-B71A-BAE13906C86C}" srcOrd="11" destOrd="0" presId="urn:microsoft.com/office/officeart/2008/layout/LinedList"/>
    <dgm:cxn modelId="{CF471086-03EF-BB4E-B205-BBCB131204FA}" type="presParOf" srcId="{8FDCC79B-5BE7-7844-B71A-BAE13906C86C}" destId="{7429A9F9-9181-9F43-9C05-C1A0B67668CF}" srcOrd="0" destOrd="0" presId="urn:microsoft.com/office/officeart/2008/layout/LinedList"/>
    <dgm:cxn modelId="{9C7C5E42-557E-EB45-85EA-6F7E0DB55EA5}" type="presParOf" srcId="{8FDCC79B-5BE7-7844-B71A-BAE13906C86C}" destId="{FFE174A9-A841-B841-87F9-6ABD51E7D811}" srcOrd="1" destOrd="0" presId="urn:microsoft.com/office/officeart/2008/layout/LinedList"/>
    <dgm:cxn modelId="{15465CCA-847E-9D4F-9470-8302111589BA}" type="presParOf" srcId="{0B7D7F42-FF9A-CF49-9A63-7CA82F7A2965}" destId="{397B105D-9E14-6043-BAE6-FA522E1E9282}" srcOrd="12" destOrd="0" presId="urn:microsoft.com/office/officeart/2008/layout/LinedList"/>
    <dgm:cxn modelId="{6A999748-28D7-6441-B4A5-7A9E1BCB727C}" type="presParOf" srcId="{0B7D7F42-FF9A-CF49-9A63-7CA82F7A2965}" destId="{ED7AC905-979A-A844-B582-150ABD2F4C00}" srcOrd="13" destOrd="0" presId="urn:microsoft.com/office/officeart/2008/layout/LinedList"/>
    <dgm:cxn modelId="{E1867D4C-9413-D94A-8DAE-B9302D3AAB93}" type="presParOf" srcId="{ED7AC905-979A-A844-B582-150ABD2F4C00}" destId="{3610A343-8764-F344-8AE2-E906262FB257}" srcOrd="0" destOrd="0" presId="urn:microsoft.com/office/officeart/2008/layout/LinedList"/>
    <dgm:cxn modelId="{5C42D4C4-D754-6743-A306-63C206BB2820}" type="presParOf" srcId="{ED7AC905-979A-A844-B582-150ABD2F4C00}" destId="{56741CB8-F39F-184F-B2FD-90E3148D683F}" srcOrd="1" destOrd="0" presId="urn:microsoft.com/office/officeart/2008/layout/LinedList"/>
    <dgm:cxn modelId="{97DEB9F1-393D-1D44-874E-56A848E80971}" type="presParOf" srcId="{0B7D7F42-FF9A-CF49-9A63-7CA82F7A2965}" destId="{954B513B-7BDB-6045-8F1E-D10394E44C54}" srcOrd="14" destOrd="0" presId="urn:microsoft.com/office/officeart/2008/layout/LinedList"/>
    <dgm:cxn modelId="{C3D4779A-2CAA-5145-BBA8-86CAEC065BB3}" type="presParOf" srcId="{0B7D7F42-FF9A-CF49-9A63-7CA82F7A2965}" destId="{FF6E3F20-0BE2-6145-A442-72ECAA296DFE}" srcOrd="15" destOrd="0" presId="urn:microsoft.com/office/officeart/2008/layout/LinedList"/>
    <dgm:cxn modelId="{7C9EA63D-5D4F-AA45-88EA-2474DEBC960E}" type="presParOf" srcId="{FF6E3F20-0BE2-6145-A442-72ECAA296DFE}" destId="{FB7564B2-B8BF-A24A-906F-2742D5D7032C}" srcOrd="0" destOrd="0" presId="urn:microsoft.com/office/officeart/2008/layout/LinedList"/>
    <dgm:cxn modelId="{70E971A9-2448-BE48-8118-AE53B3F3148F}" type="presParOf" srcId="{FF6E3F20-0BE2-6145-A442-72ECAA296DFE}" destId="{B9D10B61-84CA-F746-BFE4-D859A21574C1}" srcOrd="1" destOrd="0" presId="urn:microsoft.com/office/officeart/2008/layout/LinedList"/>
    <dgm:cxn modelId="{45ADF9FB-B1DF-CE41-ABC7-5D7F2AA4BB33}" type="presParOf" srcId="{0B7D7F42-FF9A-CF49-9A63-7CA82F7A2965}" destId="{8FA28A28-6B7F-374B-A7AA-09A9E7B70907}" srcOrd="16" destOrd="0" presId="urn:microsoft.com/office/officeart/2008/layout/LinedList"/>
    <dgm:cxn modelId="{73B43CA2-AA4F-634C-B316-629E8CD7D34B}" type="presParOf" srcId="{0B7D7F42-FF9A-CF49-9A63-7CA82F7A2965}" destId="{1397AAB5-1865-054B-B36F-61D44AED9A1F}" srcOrd="17" destOrd="0" presId="urn:microsoft.com/office/officeart/2008/layout/LinedList"/>
    <dgm:cxn modelId="{E20CF117-DFBB-8844-8376-33032D2EB9B5}" type="presParOf" srcId="{1397AAB5-1865-054B-B36F-61D44AED9A1F}" destId="{9594ABE0-0CA9-6D44-82B7-AE36FBF1569A}" srcOrd="0" destOrd="0" presId="urn:microsoft.com/office/officeart/2008/layout/LinedList"/>
    <dgm:cxn modelId="{5508AF75-D543-7F43-96A0-1F4D3BFC30C6}" type="presParOf" srcId="{1397AAB5-1865-054B-B36F-61D44AED9A1F}" destId="{54AD859E-6371-C744-8542-BB92B46A026E}" srcOrd="1" destOrd="0" presId="urn:microsoft.com/office/officeart/2008/layout/LinedList"/>
    <dgm:cxn modelId="{A3AA95EF-091E-1B4F-B2AA-C09A4A32FFE7}" type="presParOf" srcId="{0B7D7F42-FF9A-CF49-9A63-7CA82F7A2965}" destId="{D0DF103E-4C80-4844-87EE-FA9ABA54DC06}" srcOrd="18" destOrd="0" presId="urn:microsoft.com/office/officeart/2008/layout/LinedList"/>
    <dgm:cxn modelId="{60567993-7137-FD4C-AAE9-E4606D25E9C1}" type="presParOf" srcId="{0B7D7F42-FF9A-CF49-9A63-7CA82F7A2965}" destId="{4C500086-8635-194B-A959-F99B0000DAD6}" srcOrd="19" destOrd="0" presId="urn:microsoft.com/office/officeart/2008/layout/LinedList"/>
    <dgm:cxn modelId="{74397A2B-EF76-2F45-B7A9-321B077D9A3E}" type="presParOf" srcId="{4C500086-8635-194B-A959-F99B0000DAD6}" destId="{F6B2C875-E752-2F47-B3DB-122372B63301}" srcOrd="0" destOrd="0" presId="urn:microsoft.com/office/officeart/2008/layout/LinedList"/>
    <dgm:cxn modelId="{1ED20B42-3D52-CB44-B824-EB12CB817915}" type="presParOf" srcId="{4C500086-8635-194B-A959-F99B0000DAD6}" destId="{D70FC7AC-DCF0-CD47-B20C-555494FA3E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C34BF5-D9B3-1B44-8E06-13562BC7B87C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D8E20D1F-6E40-4D45-8BBF-9BF77C57BFA0}">
      <dgm:prSet/>
      <dgm:spPr/>
      <dgm:t>
        <a:bodyPr/>
        <a:lstStyle/>
        <a:p>
          <a:r>
            <a:rPr lang="en-DE" dirty="0"/>
            <a:t>Imbalanced Dataset</a:t>
          </a:r>
        </a:p>
      </dgm:t>
    </dgm:pt>
    <dgm:pt modelId="{97915D11-2E44-9840-B3C6-77149CEA7493}" type="parTrans" cxnId="{7BFF09D6-CA0F-A947-B3EC-A064252833B6}">
      <dgm:prSet/>
      <dgm:spPr/>
      <dgm:t>
        <a:bodyPr/>
        <a:lstStyle/>
        <a:p>
          <a:endParaRPr lang="en-GB"/>
        </a:p>
      </dgm:t>
    </dgm:pt>
    <dgm:pt modelId="{F85C5D6F-FE6B-F94C-AFA1-04AC20009147}" type="sibTrans" cxnId="{7BFF09D6-CA0F-A947-B3EC-A064252833B6}">
      <dgm:prSet/>
      <dgm:spPr/>
      <dgm:t>
        <a:bodyPr/>
        <a:lstStyle/>
        <a:p>
          <a:endParaRPr lang="en-GB"/>
        </a:p>
      </dgm:t>
    </dgm:pt>
    <dgm:pt modelId="{D45AB7C9-D6FA-A444-875E-69995FD13C5C}">
      <dgm:prSet/>
      <dgm:spPr/>
      <dgm:t>
        <a:bodyPr/>
        <a:lstStyle/>
        <a:p>
          <a:r>
            <a:rPr lang="en-DE"/>
            <a:t>Majority Class Bias</a:t>
          </a:r>
        </a:p>
      </dgm:t>
    </dgm:pt>
    <dgm:pt modelId="{C429A4D6-428F-6848-8E8C-00F03332FE57}" type="parTrans" cxnId="{55F40E6E-ED9D-1342-B0E1-FCE80C42F18B}">
      <dgm:prSet/>
      <dgm:spPr/>
      <dgm:t>
        <a:bodyPr/>
        <a:lstStyle/>
        <a:p>
          <a:endParaRPr lang="en-GB"/>
        </a:p>
      </dgm:t>
    </dgm:pt>
    <dgm:pt modelId="{79A566F8-011F-0E4D-AD18-0305770D1851}" type="sibTrans" cxnId="{55F40E6E-ED9D-1342-B0E1-FCE80C42F18B}">
      <dgm:prSet/>
      <dgm:spPr/>
      <dgm:t>
        <a:bodyPr/>
        <a:lstStyle/>
        <a:p>
          <a:endParaRPr lang="en-GB"/>
        </a:p>
      </dgm:t>
    </dgm:pt>
    <dgm:pt modelId="{6337D839-5627-0843-9A58-1912255E43C1}">
      <dgm:prSet/>
      <dgm:spPr/>
      <dgm:t>
        <a:bodyPr/>
        <a:lstStyle/>
        <a:p>
          <a:r>
            <a:rPr lang="en-DE"/>
            <a:t>High Accuracy</a:t>
          </a:r>
        </a:p>
      </dgm:t>
    </dgm:pt>
    <dgm:pt modelId="{6DB12A5E-FE87-DF41-9760-0D2B4091DAA3}" type="parTrans" cxnId="{3C9B03CB-F676-DD43-AB68-D1810EB086A2}">
      <dgm:prSet/>
      <dgm:spPr/>
      <dgm:t>
        <a:bodyPr/>
        <a:lstStyle/>
        <a:p>
          <a:endParaRPr lang="en-GB"/>
        </a:p>
      </dgm:t>
    </dgm:pt>
    <dgm:pt modelId="{8EE959FE-A401-DA45-AAE3-4872EB3E5CB8}" type="sibTrans" cxnId="{3C9B03CB-F676-DD43-AB68-D1810EB086A2}">
      <dgm:prSet/>
      <dgm:spPr/>
      <dgm:t>
        <a:bodyPr/>
        <a:lstStyle/>
        <a:p>
          <a:endParaRPr lang="en-GB"/>
        </a:p>
      </dgm:t>
    </dgm:pt>
    <dgm:pt modelId="{9BC441F4-48D8-A542-B1B5-BD3E22E75A66}">
      <dgm:prSet/>
      <dgm:spPr/>
      <dgm:t>
        <a:bodyPr/>
        <a:lstStyle/>
        <a:p>
          <a:r>
            <a:rPr lang="en-DE"/>
            <a:t>Low Sensitivity</a:t>
          </a:r>
        </a:p>
      </dgm:t>
    </dgm:pt>
    <dgm:pt modelId="{DB43D85F-A078-4640-ABF7-C7FD752859C6}" type="parTrans" cxnId="{18E351FF-30B3-8A4A-BB87-1C2940008148}">
      <dgm:prSet/>
      <dgm:spPr/>
      <dgm:t>
        <a:bodyPr/>
        <a:lstStyle/>
        <a:p>
          <a:endParaRPr lang="en-GB"/>
        </a:p>
      </dgm:t>
    </dgm:pt>
    <dgm:pt modelId="{61480D62-CCEF-FF42-8066-88FD3E956844}" type="sibTrans" cxnId="{18E351FF-30B3-8A4A-BB87-1C2940008148}">
      <dgm:prSet/>
      <dgm:spPr/>
      <dgm:t>
        <a:bodyPr/>
        <a:lstStyle/>
        <a:p>
          <a:endParaRPr lang="en-GB"/>
        </a:p>
      </dgm:t>
    </dgm:pt>
    <dgm:pt modelId="{A72D00DC-3818-FF4B-8B5B-1DAEB18232E4}" type="pres">
      <dgm:prSet presAssocID="{9AC34BF5-D9B3-1B44-8E06-13562BC7B87C}" presName="Name0" presStyleCnt="0">
        <dgm:presLayoutVars>
          <dgm:dir/>
          <dgm:resizeHandles val="exact"/>
        </dgm:presLayoutVars>
      </dgm:prSet>
      <dgm:spPr/>
    </dgm:pt>
    <dgm:pt modelId="{FEBCDE4B-ECC0-024D-BE2D-B624EF4B1319}" type="pres">
      <dgm:prSet presAssocID="{D8E20D1F-6E40-4D45-8BBF-9BF77C57BFA0}" presName="node" presStyleLbl="node1" presStyleIdx="0" presStyleCnt="4">
        <dgm:presLayoutVars>
          <dgm:bulletEnabled val="1"/>
        </dgm:presLayoutVars>
      </dgm:prSet>
      <dgm:spPr/>
    </dgm:pt>
    <dgm:pt modelId="{39FF6BE5-B8CE-E649-AC3A-EAB93362AC37}" type="pres">
      <dgm:prSet presAssocID="{F85C5D6F-FE6B-F94C-AFA1-04AC20009147}" presName="sibTrans" presStyleLbl="sibTrans2D1" presStyleIdx="0" presStyleCnt="3"/>
      <dgm:spPr/>
    </dgm:pt>
    <dgm:pt modelId="{B45A0FAF-437D-8A4F-BF20-EC3D0E9BADD8}" type="pres">
      <dgm:prSet presAssocID="{F85C5D6F-FE6B-F94C-AFA1-04AC20009147}" presName="connectorText" presStyleLbl="sibTrans2D1" presStyleIdx="0" presStyleCnt="3"/>
      <dgm:spPr/>
    </dgm:pt>
    <dgm:pt modelId="{8E8517B3-0EA4-8D4F-8BB0-A1F4D013E1D3}" type="pres">
      <dgm:prSet presAssocID="{D45AB7C9-D6FA-A444-875E-69995FD13C5C}" presName="node" presStyleLbl="node1" presStyleIdx="1" presStyleCnt="4">
        <dgm:presLayoutVars>
          <dgm:bulletEnabled val="1"/>
        </dgm:presLayoutVars>
      </dgm:prSet>
      <dgm:spPr/>
    </dgm:pt>
    <dgm:pt modelId="{8B705E8B-B5E4-B647-AB08-BD4E8099E092}" type="pres">
      <dgm:prSet presAssocID="{79A566F8-011F-0E4D-AD18-0305770D1851}" presName="sibTrans" presStyleLbl="sibTrans2D1" presStyleIdx="1" presStyleCnt="3"/>
      <dgm:spPr/>
    </dgm:pt>
    <dgm:pt modelId="{8F014A4B-6AAD-064F-815A-3FE90B4A6A5C}" type="pres">
      <dgm:prSet presAssocID="{79A566F8-011F-0E4D-AD18-0305770D1851}" presName="connectorText" presStyleLbl="sibTrans2D1" presStyleIdx="1" presStyleCnt="3"/>
      <dgm:spPr/>
    </dgm:pt>
    <dgm:pt modelId="{DC1195CA-39DA-9646-AC79-D90A21D38812}" type="pres">
      <dgm:prSet presAssocID="{6337D839-5627-0843-9A58-1912255E43C1}" presName="node" presStyleLbl="node1" presStyleIdx="2" presStyleCnt="4">
        <dgm:presLayoutVars>
          <dgm:bulletEnabled val="1"/>
        </dgm:presLayoutVars>
      </dgm:prSet>
      <dgm:spPr/>
    </dgm:pt>
    <dgm:pt modelId="{EC6F1316-7A29-4042-B6C6-8839345AAAEC}" type="pres">
      <dgm:prSet presAssocID="{8EE959FE-A401-DA45-AAE3-4872EB3E5CB8}" presName="sibTrans" presStyleLbl="sibTrans2D1" presStyleIdx="2" presStyleCnt="3"/>
      <dgm:spPr/>
    </dgm:pt>
    <dgm:pt modelId="{2900C2C6-B72A-D24E-864A-7D05CC648521}" type="pres">
      <dgm:prSet presAssocID="{8EE959FE-A401-DA45-AAE3-4872EB3E5CB8}" presName="connectorText" presStyleLbl="sibTrans2D1" presStyleIdx="2" presStyleCnt="3"/>
      <dgm:spPr/>
    </dgm:pt>
    <dgm:pt modelId="{B3A5A0AA-E877-DF4D-B6BE-92C1E4C0E2DC}" type="pres">
      <dgm:prSet presAssocID="{9BC441F4-48D8-A542-B1B5-BD3E22E75A66}" presName="node" presStyleLbl="node1" presStyleIdx="3" presStyleCnt="4">
        <dgm:presLayoutVars>
          <dgm:bulletEnabled val="1"/>
        </dgm:presLayoutVars>
      </dgm:prSet>
      <dgm:spPr/>
    </dgm:pt>
  </dgm:ptLst>
  <dgm:cxnLst>
    <dgm:cxn modelId="{F18A7001-7A7C-374D-977E-375EEA99CEDC}" type="presOf" srcId="{D45AB7C9-D6FA-A444-875E-69995FD13C5C}" destId="{8E8517B3-0EA4-8D4F-8BB0-A1F4D013E1D3}" srcOrd="0" destOrd="0" presId="urn:microsoft.com/office/officeart/2005/8/layout/process1"/>
    <dgm:cxn modelId="{4F94561A-FCA6-3C4F-9F28-7A029E7382E8}" type="presOf" srcId="{8EE959FE-A401-DA45-AAE3-4872EB3E5CB8}" destId="{2900C2C6-B72A-D24E-864A-7D05CC648521}" srcOrd="1" destOrd="0" presId="urn:microsoft.com/office/officeart/2005/8/layout/process1"/>
    <dgm:cxn modelId="{B04A5E1B-10A2-074D-9828-F3C2C3E3E894}" type="presOf" srcId="{79A566F8-011F-0E4D-AD18-0305770D1851}" destId="{8F014A4B-6AAD-064F-815A-3FE90B4A6A5C}" srcOrd="1" destOrd="0" presId="urn:microsoft.com/office/officeart/2005/8/layout/process1"/>
    <dgm:cxn modelId="{6B24FD35-687B-4E4E-8809-2D5DA5B5574E}" type="presOf" srcId="{D8E20D1F-6E40-4D45-8BBF-9BF77C57BFA0}" destId="{FEBCDE4B-ECC0-024D-BE2D-B624EF4B1319}" srcOrd="0" destOrd="0" presId="urn:microsoft.com/office/officeart/2005/8/layout/process1"/>
    <dgm:cxn modelId="{A46B8537-21DA-1647-9502-BFD9F125AC8E}" type="presOf" srcId="{8EE959FE-A401-DA45-AAE3-4872EB3E5CB8}" destId="{EC6F1316-7A29-4042-B6C6-8839345AAAEC}" srcOrd="0" destOrd="0" presId="urn:microsoft.com/office/officeart/2005/8/layout/process1"/>
    <dgm:cxn modelId="{148DA551-23EE-4C48-94FD-83FDAEB9BC6B}" type="presOf" srcId="{9BC441F4-48D8-A542-B1B5-BD3E22E75A66}" destId="{B3A5A0AA-E877-DF4D-B6BE-92C1E4C0E2DC}" srcOrd="0" destOrd="0" presId="urn:microsoft.com/office/officeart/2005/8/layout/process1"/>
    <dgm:cxn modelId="{55F40E6E-ED9D-1342-B0E1-FCE80C42F18B}" srcId="{9AC34BF5-D9B3-1B44-8E06-13562BC7B87C}" destId="{D45AB7C9-D6FA-A444-875E-69995FD13C5C}" srcOrd="1" destOrd="0" parTransId="{C429A4D6-428F-6848-8E8C-00F03332FE57}" sibTransId="{79A566F8-011F-0E4D-AD18-0305770D1851}"/>
    <dgm:cxn modelId="{6AFE1A77-8D22-404C-8B6A-E501E6C24A55}" type="presOf" srcId="{79A566F8-011F-0E4D-AD18-0305770D1851}" destId="{8B705E8B-B5E4-B647-AB08-BD4E8099E092}" srcOrd="0" destOrd="0" presId="urn:microsoft.com/office/officeart/2005/8/layout/process1"/>
    <dgm:cxn modelId="{A617437D-0CBF-904C-8371-576FB93DAB17}" type="presOf" srcId="{F85C5D6F-FE6B-F94C-AFA1-04AC20009147}" destId="{39FF6BE5-B8CE-E649-AC3A-EAB93362AC37}" srcOrd="0" destOrd="0" presId="urn:microsoft.com/office/officeart/2005/8/layout/process1"/>
    <dgm:cxn modelId="{ECD99BA9-40E6-9F41-BE84-44E1FCDDB949}" type="presOf" srcId="{F85C5D6F-FE6B-F94C-AFA1-04AC20009147}" destId="{B45A0FAF-437D-8A4F-BF20-EC3D0E9BADD8}" srcOrd="1" destOrd="0" presId="urn:microsoft.com/office/officeart/2005/8/layout/process1"/>
    <dgm:cxn modelId="{3C9B03CB-F676-DD43-AB68-D1810EB086A2}" srcId="{9AC34BF5-D9B3-1B44-8E06-13562BC7B87C}" destId="{6337D839-5627-0843-9A58-1912255E43C1}" srcOrd="2" destOrd="0" parTransId="{6DB12A5E-FE87-DF41-9760-0D2B4091DAA3}" sibTransId="{8EE959FE-A401-DA45-AAE3-4872EB3E5CB8}"/>
    <dgm:cxn modelId="{7BFF09D6-CA0F-A947-B3EC-A064252833B6}" srcId="{9AC34BF5-D9B3-1B44-8E06-13562BC7B87C}" destId="{D8E20D1F-6E40-4D45-8BBF-9BF77C57BFA0}" srcOrd="0" destOrd="0" parTransId="{97915D11-2E44-9840-B3C6-77149CEA7493}" sibTransId="{F85C5D6F-FE6B-F94C-AFA1-04AC20009147}"/>
    <dgm:cxn modelId="{76CCBDEA-0B07-C949-956A-9399B4DA0A69}" type="presOf" srcId="{6337D839-5627-0843-9A58-1912255E43C1}" destId="{DC1195CA-39DA-9646-AC79-D90A21D38812}" srcOrd="0" destOrd="0" presId="urn:microsoft.com/office/officeart/2005/8/layout/process1"/>
    <dgm:cxn modelId="{74AA2BF3-57C4-EF40-9945-9AFBC723EB17}" type="presOf" srcId="{9AC34BF5-D9B3-1B44-8E06-13562BC7B87C}" destId="{A72D00DC-3818-FF4B-8B5B-1DAEB18232E4}" srcOrd="0" destOrd="0" presId="urn:microsoft.com/office/officeart/2005/8/layout/process1"/>
    <dgm:cxn modelId="{18E351FF-30B3-8A4A-BB87-1C2940008148}" srcId="{9AC34BF5-D9B3-1B44-8E06-13562BC7B87C}" destId="{9BC441F4-48D8-A542-B1B5-BD3E22E75A66}" srcOrd="3" destOrd="0" parTransId="{DB43D85F-A078-4640-ABF7-C7FD752859C6}" sibTransId="{61480D62-CCEF-FF42-8066-88FD3E956844}"/>
    <dgm:cxn modelId="{34387195-0948-AA42-BFA4-2A385FEA15EA}" type="presParOf" srcId="{A72D00DC-3818-FF4B-8B5B-1DAEB18232E4}" destId="{FEBCDE4B-ECC0-024D-BE2D-B624EF4B1319}" srcOrd="0" destOrd="0" presId="urn:microsoft.com/office/officeart/2005/8/layout/process1"/>
    <dgm:cxn modelId="{00F59457-7B3C-904A-AEE5-DB61AED6FA30}" type="presParOf" srcId="{A72D00DC-3818-FF4B-8B5B-1DAEB18232E4}" destId="{39FF6BE5-B8CE-E649-AC3A-EAB93362AC37}" srcOrd="1" destOrd="0" presId="urn:microsoft.com/office/officeart/2005/8/layout/process1"/>
    <dgm:cxn modelId="{4A444394-69BB-D047-8338-9D6E7FD6C652}" type="presParOf" srcId="{39FF6BE5-B8CE-E649-AC3A-EAB93362AC37}" destId="{B45A0FAF-437D-8A4F-BF20-EC3D0E9BADD8}" srcOrd="0" destOrd="0" presId="urn:microsoft.com/office/officeart/2005/8/layout/process1"/>
    <dgm:cxn modelId="{DC1E0AC7-67F5-634E-A982-B821170EB877}" type="presParOf" srcId="{A72D00DC-3818-FF4B-8B5B-1DAEB18232E4}" destId="{8E8517B3-0EA4-8D4F-8BB0-A1F4D013E1D3}" srcOrd="2" destOrd="0" presId="urn:microsoft.com/office/officeart/2005/8/layout/process1"/>
    <dgm:cxn modelId="{664411AE-04C8-C94C-8C9A-FFA418E8846E}" type="presParOf" srcId="{A72D00DC-3818-FF4B-8B5B-1DAEB18232E4}" destId="{8B705E8B-B5E4-B647-AB08-BD4E8099E092}" srcOrd="3" destOrd="0" presId="urn:microsoft.com/office/officeart/2005/8/layout/process1"/>
    <dgm:cxn modelId="{EB78D6D2-665A-334F-AB03-D35BEC0E5D1E}" type="presParOf" srcId="{8B705E8B-B5E4-B647-AB08-BD4E8099E092}" destId="{8F014A4B-6AAD-064F-815A-3FE90B4A6A5C}" srcOrd="0" destOrd="0" presId="urn:microsoft.com/office/officeart/2005/8/layout/process1"/>
    <dgm:cxn modelId="{F9F71EAF-2939-2143-B004-848DA4FDD7FB}" type="presParOf" srcId="{A72D00DC-3818-FF4B-8B5B-1DAEB18232E4}" destId="{DC1195CA-39DA-9646-AC79-D90A21D38812}" srcOrd="4" destOrd="0" presId="urn:microsoft.com/office/officeart/2005/8/layout/process1"/>
    <dgm:cxn modelId="{DDD55029-0D7C-F244-8FD2-46BE822A1219}" type="presParOf" srcId="{A72D00DC-3818-FF4B-8B5B-1DAEB18232E4}" destId="{EC6F1316-7A29-4042-B6C6-8839345AAAEC}" srcOrd="5" destOrd="0" presId="urn:microsoft.com/office/officeart/2005/8/layout/process1"/>
    <dgm:cxn modelId="{7BBE74C3-73A7-E247-A3CC-1C867B2AB1CD}" type="presParOf" srcId="{EC6F1316-7A29-4042-B6C6-8839345AAAEC}" destId="{2900C2C6-B72A-D24E-864A-7D05CC648521}" srcOrd="0" destOrd="0" presId="urn:microsoft.com/office/officeart/2005/8/layout/process1"/>
    <dgm:cxn modelId="{81816469-4B2B-4E49-B0EC-2D3B9AF98FAB}" type="presParOf" srcId="{A72D00DC-3818-FF4B-8B5B-1DAEB18232E4}" destId="{B3A5A0AA-E877-DF4D-B6BE-92C1E4C0E2D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33383-4680-264F-8222-AFED7208BBA2}">
      <dsp:nvSpPr>
        <dsp:cNvPr id="0" name=""/>
        <dsp:cNvSpPr/>
      </dsp:nvSpPr>
      <dsp:spPr>
        <a:xfrm>
          <a:off x="0" y="0"/>
          <a:ext cx="617219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6CB8F-8A9A-AC41-B7C2-2588A5C3BD3E}">
      <dsp:nvSpPr>
        <dsp:cNvPr id="0" name=""/>
        <dsp:cNvSpPr/>
      </dsp:nvSpPr>
      <dsp:spPr>
        <a:xfrm>
          <a:off x="0" y="0"/>
          <a:ext cx="6172199" cy="64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kern="1200"/>
            <a:t>Motivation </a:t>
          </a:r>
          <a:endParaRPr lang="en-US" sz="2100" kern="1200"/>
        </a:p>
      </dsp:txBody>
      <dsp:txXfrm>
        <a:off x="0" y="0"/>
        <a:ext cx="6172199" cy="649684"/>
      </dsp:txXfrm>
    </dsp:sp>
    <dsp:sp modelId="{87ACEBA2-908F-654A-9F86-053AA659794E}">
      <dsp:nvSpPr>
        <dsp:cNvPr id="0" name=""/>
        <dsp:cNvSpPr/>
      </dsp:nvSpPr>
      <dsp:spPr>
        <a:xfrm>
          <a:off x="0" y="649684"/>
          <a:ext cx="6172199" cy="0"/>
        </a:xfrm>
        <a:prstGeom prst="line">
          <a:avLst/>
        </a:prstGeom>
        <a:solidFill>
          <a:schemeClr val="accent5">
            <a:hueOff val="-2674340"/>
            <a:satOff val="3645"/>
            <a:lumOff val="-840"/>
            <a:alphaOff val="0"/>
          </a:schemeClr>
        </a:solidFill>
        <a:ln w="12700" cap="flat" cmpd="sng" algn="ctr">
          <a:solidFill>
            <a:schemeClr val="accent5">
              <a:hueOff val="-2674340"/>
              <a:satOff val="3645"/>
              <a:lumOff val="-8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399F4-772D-E445-921B-D98AFB32D359}">
      <dsp:nvSpPr>
        <dsp:cNvPr id="0" name=""/>
        <dsp:cNvSpPr/>
      </dsp:nvSpPr>
      <dsp:spPr>
        <a:xfrm>
          <a:off x="0" y="649684"/>
          <a:ext cx="6172199" cy="64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kern="1200"/>
            <a:t>Dataset Overview </a:t>
          </a:r>
          <a:endParaRPr lang="en-US" sz="2100" kern="1200"/>
        </a:p>
      </dsp:txBody>
      <dsp:txXfrm>
        <a:off x="0" y="649684"/>
        <a:ext cx="6172199" cy="649684"/>
      </dsp:txXfrm>
    </dsp:sp>
    <dsp:sp modelId="{D4D1487E-A5EA-3448-9F77-1CED6B3965CC}">
      <dsp:nvSpPr>
        <dsp:cNvPr id="0" name=""/>
        <dsp:cNvSpPr/>
      </dsp:nvSpPr>
      <dsp:spPr>
        <a:xfrm>
          <a:off x="0" y="1299368"/>
          <a:ext cx="6172199" cy="0"/>
        </a:xfrm>
        <a:prstGeom prst="line">
          <a:avLst/>
        </a:prstGeom>
        <a:solidFill>
          <a:schemeClr val="accent5">
            <a:hueOff val="-5348680"/>
            <a:satOff val="7290"/>
            <a:lumOff val="-1681"/>
            <a:alphaOff val="0"/>
          </a:schemeClr>
        </a:solidFill>
        <a:ln w="12700" cap="flat" cmpd="sng" algn="ctr">
          <a:solidFill>
            <a:schemeClr val="accent5">
              <a:hueOff val="-5348680"/>
              <a:satOff val="7290"/>
              <a:lumOff val="-16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03F3A-865E-7F4A-A09D-9A40A3D775A8}">
      <dsp:nvSpPr>
        <dsp:cNvPr id="0" name=""/>
        <dsp:cNvSpPr/>
      </dsp:nvSpPr>
      <dsp:spPr>
        <a:xfrm>
          <a:off x="0" y="1299368"/>
          <a:ext cx="6172199" cy="64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kern="1200"/>
            <a:t>Exploratory Data Analysis </a:t>
          </a:r>
          <a:endParaRPr lang="en-US" sz="2100" kern="1200"/>
        </a:p>
      </dsp:txBody>
      <dsp:txXfrm>
        <a:off x="0" y="1299368"/>
        <a:ext cx="6172199" cy="649684"/>
      </dsp:txXfrm>
    </dsp:sp>
    <dsp:sp modelId="{05E50A7D-2C62-224B-B32E-E69B9763184C}">
      <dsp:nvSpPr>
        <dsp:cNvPr id="0" name=""/>
        <dsp:cNvSpPr/>
      </dsp:nvSpPr>
      <dsp:spPr>
        <a:xfrm>
          <a:off x="0" y="1949053"/>
          <a:ext cx="6172199" cy="0"/>
        </a:xfrm>
        <a:prstGeom prst="line">
          <a:avLst/>
        </a:prstGeom>
        <a:solidFill>
          <a:schemeClr val="accent5">
            <a:hueOff val="-8023020"/>
            <a:satOff val="10935"/>
            <a:lumOff val="-2521"/>
            <a:alphaOff val="0"/>
          </a:schemeClr>
        </a:solidFill>
        <a:ln w="12700" cap="flat" cmpd="sng" algn="ctr">
          <a:solidFill>
            <a:schemeClr val="accent5">
              <a:hueOff val="-8023020"/>
              <a:satOff val="10935"/>
              <a:lumOff val="-25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AD0E4-F23A-F84E-8CA7-BF80867F16BB}">
      <dsp:nvSpPr>
        <dsp:cNvPr id="0" name=""/>
        <dsp:cNvSpPr/>
      </dsp:nvSpPr>
      <dsp:spPr>
        <a:xfrm>
          <a:off x="0" y="1949053"/>
          <a:ext cx="6172199" cy="64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kern="1200"/>
            <a:t>Machine Learning Evaluation Pipeline </a:t>
          </a:r>
          <a:endParaRPr lang="en-US" sz="2100" kern="1200"/>
        </a:p>
      </dsp:txBody>
      <dsp:txXfrm>
        <a:off x="0" y="1949053"/>
        <a:ext cx="6172199" cy="649684"/>
      </dsp:txXfrm>
    </dsp:sp>
    <dsp:sp modelId="{48A6CFF7-0FD3-0945-B7E8-F2C4FBC5D3BB}">
      <dsp:nvSpPr>
        <dsp:cNvPr id="0" name=""/>
        <dsp:cNvSpPr/>
      </dsp:nvSpPr>
      <dsp:spPr>
        <a:xfrm>
          <a:off x="0" y="2598737"/>
          <a:ext cx="6172199" cy="0"/>
        </a:xfrm>
        <a:prstGeom prst="line">
          <a:avLst/>
        </a:prstGeom>
        <a:solidFill>
          <a:schemeClr val="accent5">
            <a:hueOff val="-10697360"/>
            <a:satOff val="14581"/>
            <a:lumOff val="-3361"/>
            <a:alphaOff val="0"/>
          </a:schemeClr>
        </a:solidFill>
        <a:ln w="12700" cap="flat" cmpd="sng" algn="ctr">
          <a:solidFill>
            <a:schemeClr val="accent5">
              <a:hueOff val="-10697360"/>
              <a:satOff val="14581"/>
              <a:lumOff val="-33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2D2F7-7013-414D-8FA8-2960B42B8B3A}">
      <dsp:nvSpPr>
        <dsp:cNvPr id="0" name=""/>
        <dsp:cNvSpPr/>
      </dsp:nvSpPr>
      <dsp:spPr>
        <a:xfrm>
          <a:off x="0" y="2598737"/>
          <a:ext cx="6172199" cy="64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kern="1200"/>
            <a:t>Model Development </a:t>
          </a:r>
          <a:endParaRPr lang="en-US" sz="2100" kern="1200"/>
        </a:p>
      </dsp:txBody>
      <dsp:txXfrm>
        <a:off x="0" y="2598737"/>
        <a:ext cx="6172199" cy="649684"/>
      </dsp:txXfrm>
    </dsp:sp>
    <dsp:sp modelId="{1BE57DF4-D96E-FA40-8415-A5B6FD87BBC1}">
      <dsp:nvSpPr>
        <dsp:cNvPr id="0" name=""/>
        <dsp:cNvSpPr/>
      </dsp:nvSpPr>
      <dsp:spPr>
        <a:xfrm>
          <a:off x="0" y="3248421"/>
          <a:ext cx="6172199" cy="0"/>
        </a:xfrm>
        <a:prstGeom prst="line">
          <a:avLst/>
        </a:prstGeom>
        <a:solidFill>
          <a:schemeClr val="accent5">
            <a:hueOff val="-13371700"/>
            <a:satOff val="18226"/>
            <a:lumOff val="-4201"/>
            <a:alphaOff val="0"/>
          </a:schemeClr>
        </a:solidFill>
        <a:ln w="12700" cap="flat" cmpd="sng" algn="ctr">
          <a:solidFill>
            <a:schemeClr val="accent5">
              <a:hueOff val="-13371700"/>
              <a:satOff val="18226"/>
              <a:lumOff val="-42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4EDC1-6220-174B-AC9F-241BB6D78D61}">
      <dsp:nvSpPr>
        <dsp:cNvPr id="0" name=""/>
        <dsp:cNvSpPr/>
      </dsp:nvSpPr>
      <dsp:spPr>
        <a:xfrm>
          <a:off x="0" y="3248421"/>
          <a:ext cx="6172199" cy="64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kern="1200"/>
            <a:t>Experimental Results </a:t>
          </a:r>
          <a:endParaRPr lang="en-US" sz="2100" kern="1200"/>
        </a:p>
      </dsp:txBody>
      <dsp:txXfrm>
        <a:off x="0" y="3248421"/>
        <a:ext cx="6172199" cy="649684"/>
      </dsp:txXfrm>
    </dsp:sp>
    <dsp:sp modelId="{D4B3A3C2-1187-DA4B-AC11-76582D7708F8}">
      <dsp:nvSpPr>
        <dsp:cNvPr id="0" name=""/>
        <dsp:cNvSpPr/>
      </dsp:nvSpPr>
      <dsp:spPr>
        <a:xfrm>
          <a:off x="0" y="3898106"/>
          <a:ext cx="6172199" cy="0"/>
        </a:xfrm>
        <a:prstGeom prst="line">
          <a:avLst/>
        </a:prstGeom>
        <a:solidFill>
          <a:schemeClr val="accent5">
            <a:hueOff val="-16046039"/>
            <a:satOff val="21871"/>
            <a:lumOff val="-5042"/>
            <a:alphaOff val="0"/>
          </a:schemeClr>
        </a:solidFill>
        <a:ln w="12700" cap="flat" cmpd="sng" algn="ctr">
          <a:solidFill>
            <a:schemeClr val="accent5">
              <a:hueOff val="-16046039"/>
              <a:satOff val="21871"/>
              <a:lumOff val="-50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43990-D81C-A14B-92AF-7AF12FC5CA89}">
      <dsp:nvSpPr>
        <dsp:cNvPr id="0" name=""/>
        <dsp:cNvSpPr/>
      </dsp:nvSpPr>
      <dsp:spPr>
        <a:xfrm>
          <a:off x="0" y="3898106"/>
          <a:ext cx="6172199" cy="64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kern="1200"/>
            <a:t>Discussion </a:t>
          </a:r>
          <a:endParaRPr lang="en-US" sz="2100" kern="1200"/>
        </a:p>
      </dsp:txBody>
      <dsp:txXfrm>
        <a:off x="0" y="3898106"/>
        <a:ext cx="6172199" cy="649684"/>
      </dsp:txXfrm>
    </dsp:sp>
    <dsp:sp modelId="{25388F9E-0874-CF41-B6F2-A386311712B3}">
      <dsp:nvSpPr>
        <dsp:cNvPr id="0" name=""/>
        <dsp:cNvSpPr/>
      </dsp:nvSpPr>
      <dsp:spPr>
        <a:xfrm>
          <a:off x="0" y="4547790"/>
          <a:ext cx="6172199" cy="0"/>
        </a:xfrm>
        <a:prstGeom prst="line">
          <a:avLst/>
        </a:prstGeom>
        <a:solidFill>
          <a:schemeClr val="accent5">
            <a:hueOff val="-18720379"/>
            <a:satOff val="25516"/>
            <a:lumOff val="-5882"/>
            <a:alphaOff val="0"/>
          </a:schemeClr>
        </a:solidFill>
        <a:ln w="12700" cap="flat" cmpd="sng" algn="ctr">
          <a:solidFill>
            <a:schemeClr val="accent5">
              <a:hueOff val="-18720379"/>
              <a:satOff val="25516"/>
              <a:lumOff val="-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4F365-CA19-F741-8C6F-5BACB970E133}">
      <dsp:nvSpPr>
        <dsp:cNvPr id="0" name=""/>
        <dsp:cNvSpPr/>
      </dsp:nvSpPr>
      <dsp:spPr>
        <a:xfrm>
          <a:off x="0" y="4547790"/>
          <a:ext cx="6172199" cy="64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100" kern="1200"/>
            <a:t>Conclusion </a:t>
          </a:r>
          <a:endParaRPr lang="en-US" sz="2100" kern="1200"/>
        </a:p>
      </dsp:txBody>
      <dsp:txXfrm>
        <a:off x="0" y="4547790"/>
        <a:ext cx="6172199" cy="649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C2224B-1C03-7E47-8A67-5CCDCF6AFB72}">
      <dsp:nvSpPr>
        <dsp:cNvPr id="0" name=""/>
        <dsp:cNvSpPr/>
      </dsp:nvSpPr>
      <dsp:spPr>
        <a:xfrm>
          <a:off x="0" y="634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4D2E7-C351-E249-A825-FBDD3C45D18A}">
      <dsp:nvSpPr>
        <dsp:cNvPr id="0" name=""/>
        <dsp:cNvSpPr/>
      </dsp:nvSpPr>
      <dsp:spPr>
        <a:xfrm>
          <a:off x="0" y="634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Dataset </a:t>
          </a:r>
          <a:endParaRPr lang="en-DE" sz="1700" kern="1200" dirty="0"/>
        </a:p>
      </dsp:txBody>
      <dsp:txXfrm>
        <a:off x="0" y="634"/>
        <a:ext cx="6172199" cy="519620"/>
      </dsp:txXfrm>
    </dsp:sp>
    <dsp:sp modelId="{8431917E-1054-FC4E-97D7-63C71CFE7EEC}">
      <dsp:nvSpPr>
        <dsp:cNvPr id="0" name=""/>
        <dsp:cNvSpPr/>
      </dsp:nvSpPr>
      <dsp:spPr>
        <a:xfrm>
          <a:off x="0" y="520255"/>
          <a:ext cx="617219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35A9D-AC5E-654C-A912-70F82071A942}">
      <dsp:nvSpPr>
        <dsp:cNvPr id="0" name=""/>
        <dsp:cNvSpPr/>
      </dsp:nvSpPr>
      <dsp:spPr>
        <a:xfrm>
          <a:off x="0" y="520255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Data Cleaning</a:t>
          </a:r>
          <a:endParaRPr lang="en-DE" sz="1700" kern="1200" dirty="0"/>
        </a:p>
      </dsp:txBody>
      <dsp:txXfrm>
        <a:off x="0" y="520255"/>
        <a:ext cx="6172199" cy="519620"/>
      </dsp:txXfrm>
    </dsp:sp>
    <dsp:sp modelId="{F93D4510-6E27-BB4F-AB4F-9451DC5FF574}">
      <dsp:nvSpPr>
        <dsp:cNvPr id="0" name=""/>
        <dsp:cNvSpPr/>
      </dsp:nvSpPr>
      <dsp:spPr>
        <a:xfrm>
          <a:off x="0" y="1039875"/>
          <a:ext cx="61721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1D8F4-132F-9E42-BD60-3EC33C094D73}">
      <dsp:nvSpPr>
        <dsp:cNvPr id="0" name=""/>
        <dsp:cNvSpPr/>
      </dsp:nvSpPr>
      <dsp:spPr>
        <a:xfrm>
          <a:off x="0" y="1039875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Exploratory Data Analysis</a:t>
          </a:r>
          <a:endParaRPr lang="en-DE" sz="1700" kern="1200" dirty="0"/>
        </a:p>
      </dsp:txBody>
      <dsp:txXfrm>
        <a:off x="0" y="1039875"/>
        <a:ext cx="6172199" cy="519620"/>
      </dsp:txXfrm>
    </dsp:sp>
    <dsp:sp modelId="{9F0BEB53-BFCF-BE41-9C9C-F855D143C262}">
      <dsp:nvSpPr>
        <dsp:cNvPr id="0" name=""/>
        <dsp:cNvSpPr/>
      </dsp:nvSpPr>
      <dsp:spPr>
        <a:xfrm>
          <a:off x="0" y="1559496"/>
          <a:ext cx="617219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B76EC-6BF7-074A-9427-F145F07EC6F8}">
      <dsp:nvSpPr>
        <dsp:cNvPr id="0" name=""/>
        <dsp:cNvSpPr/>
      </dsp:nvSpPr>
      <dsp:spPr>
        <a:xfrm>
          <a:off x="0" y="1559496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Train/Test Split</a:t>
          </a:r>
          <a:endParaRPr lang="en-DE" sz="1700" kern="1200" dirty="0"/>
        </a:p>
      </dsp:txBody>
      <dsp:txXfrm>
        <a:off x="0" y="1559496"/>
        <a:ext cx="6172199" cy="519620"/>
      </dsp:txXfrm>
    </dsp:sp>
    <dsp:sp modelId="{35D802C0-1255-3C42-BDAE-39E609932D94}">
      <dsp:nvSpPr>
        <dsp:cNvPr id="0" name=""/>
        <dsp:cNvSpPr/>
      </dsp:nvSpPr>
      <dsp:spPr>
        <a:xfrm>
          <a:off x="0" y="2079116"/>
          <a:ext cx="617219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1B107-ACBF-5149-B046-AF16FFBABAEE}">
      <dsp:nvSpPr>
        <dsp:cNvPr id="0" name=""/>
        <dsp:cNvSpPr/>
      </dsp:nvSpPr>
      <dsp:spPr>
        <a:xfrm>
          <a:off x="0" y="2079116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Feature Scaling</a:t>
          </a:r>
          <a:endParaRPr lang="en-DE" sz="1700" kern="1200" dirty="0"/>
        </a:p>
      </dsp:txBody>
      <dsp:txXfrm>
        <a:off x="0" y="2079116"/>
        <a:ext cx="6172199" cy="519620"/>
      </dsp:txXfrm>
    </dsp:sp>
    <dsp:sp modelId="{15067AC0-5488-9848-8328-54417015D338}">
      <dsp:nvSpPr>
        <dsp:cNvPr id="0" name=""/>
        <dsp:cNvSpPr/>
      </dsp:nvSpPr>
      <dsp:spPr>
        <a:xfrm>
          <a:off x="0" y="2598737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9A9F9-9181-9F43-9C05-C1A0B67668CF}">
      <dsp:nvSpPr>
        <dsp:cNvPr id="0" name=""/>
        <dsp:cNvSpPr/>
      </dsp:nvSpPr>
      <dsp:spPr>
        <a:xfrm>
          <a:off x="0" y="2598737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Forward Feature Selection</a:t>
          </a:r>
          <a:endParaRPr lang="en-DE" sz="1700" kern="1200" dirty="0"/>
        </a:p>
      </dsp:txBody>
      <dsp:txXfrm>
        <a:off x="0" y="2598737"/>
        <a:ext cx="6172199" cy="519620"/>
      </dsp:txXfrm>
    </dsp:sp>
    <dsp:sp modelId="{397B105D-9E14-6043-BAE6-FA522E1E9282}">
      <dsp:nvSpPr>
        <dsp:cNvPr id="0" name=""/>
        <dsp:cNvSpPr/>
      </dsp:nvSpPr>
      <dsp:spPr>
        <a:xfrm>
          <a:off x="0" y="3118358"/>
          <a:ext cx="617219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0A343-8764-F344-8AE2-E906262FB257}">
      <dsp:nvSpPr>
        <dsp:cNvPr id="0" name=""/>
        <dsp:cNvSpPr/>
      </dsp:nvSpPr>
      <dsp:spPr>
        <a:xfrm>
          <a:off x="0" y="3118358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Model Training</a:t>
          </a:r>
          <a:endParaRPr lang="en-DE" sz="1700" kern="1200" dirty="0"/>
        </a:p>
      </dsp:txBody>
      <dsp:txXfrm>
        <a:off x="0" y="3118358"/>
        <a:ext cx="6172199" cy="519620"/>
      </dsp:txXfrm>
    </dsp:sp>
    <dsp:sp modelId="{954B513B-7BDB-6045-8F1E-D10394E44C54}">
      <dsp:nvSpPr>
        <dsp:cNvPr id="0" name=""/>
        <dsp:cNvSpPr/>
      </dsp:nvSpPr>
      <dsp:spPr>
        <a:xfrm>
          <a:off x="0" y="3637978"/>
          <a:ext cx="61721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564B2-B8BF-A24A-906F-2742D5D7032C}">
      <dsp:nvSpPr>
        <dsp:cNvPr id="0" name=""/>
        <dsp:cNvSpPr/>
      </dsp:nvSpPr>
      <dsp:spPr>
        <a:xfrm>
          <a:off x="0" y="3637978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Hyperparameter Optimization</a:t>
          </a:r>
          <a:endParaRPr lang="en-DE" sz="1700" kern="1200" dirty="0"/>
        </a:p>
      </dsp:txBody>
      <dsp:txXfrm>
        <a:off x="0" y="3637978"/>
        <a:ext cx="6172199" cy="519620"/>
      </dsp:txXfrm>
    </dsp:sp>
    <dsp:sp modelId="{8FA28A28-6B7F-374B-A7AA-09A9E7B70907}">
      <dsp:nvSpPr>
        <dsp:cNvPr id="0" name=""/>
        <dsp:cNvSpPr/>
      </dsp:nvSpPr>
      <dsp:spPr>
        <a:xfrm>
          <a:off x="0" y="4157599"/>
          <a:ext cx="617219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4ABE0-0CA9-6D44-82B7-AE36FBF1569A}">
      <dsp:nvSpPr>
        <dsp:cNvPr id="0" name=""/>
        <dsp:cNvSpPr/>
      </dsp:nvSpPr>
      <dsp:spPr>
        <a:xfrm>
          <a:off x="0" y="4157599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Model Evaluation</a:t>
          </a:r>
          <a:endParaRPr lang="en-DE" sz="1700" kern="1200" dirty="0"/>
        </a:p>
      </dsp:txBody>
      <dsp:txXfrm>
        <a:off x="0" y="4157599"/>
        <a:ext cx="6172199" cy="519620"/>
      </dsp:txXfrm>
    </dsp:sp>
    <dsp:sp modelId="{D0DF103E-4C80-4844-87EE-FA9ABA54DC06}">
      <dsp:nvSpPr>
        <dsp:cNvPr id="0" name=""/>
        <dsp:cNvSpPr/>
      </dsp:nvSpPr>
      <dsp:spPr>
        <a:xfrm>
          <a:off x="0" y="4677219"/>
          <a:ext cx="617219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2C875-E752-2F47-B3DB-122372B63301}">
      <dsp:nvSpPr>
        <dsp:cNvPr id="0" name=""/>
        <dsp:cNvSpPr/>
      </dsp:nvSpPr>
      <dsp:spPr>
        <a:xfrm>
          <a:off x="0" y="4677219"/>
          <a:ext cx="6172199" cy="519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700" b="1" kern="1200" baseline="0" dirty="0"/>
            <a:t>Model Comparison</a:t>
          </a:r>
          <a:endParaRPr lang="en-DE" sz="1700" kern="1200" dirty="0"/>
        </a:p>
      </dsp:txBody>
      <dsp:txXfrm>
        <a:off x="0" y="4677219"/>
        <a:ext cx="6172199" cy="5196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CDE4B-ECC0-024D-BE2D-B624EF4B1319}">
      <dsp:nvSpPr>
        <dsp:cNvPr id="0" name=""/>
        <dsp:cNvSpPr/>
      </dsp:nvSpPr>
      <dsp:spPr>
        <a:xfrm>
          <a:off x="2440" y="403291"/>
          <a:ext cx="1066949" cy="70018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200" kern="1200" dirty="0"/>
            <a:t>Imbalanced Dataset</a:t>
          </a:r>
        </a:p>
      </dsp:txBody>
      <dsp:txXfrm>
        <a:off x="22948" y="423799"/>
        <a:ext cx="1025933" cy="659169"/>
      </dsp:txXfrm>
    </dsp:sp>
    <dsp:sp modelId="{39FF6BE5-B8CE-E649-AC3A-EAB93362AC37}">
      <dsp:nvSpPr>
        <dsp:cNvPr id="0" name=""/>
        <dsp:cNvSpPr/>
      </dsp:nvSpPr>
      <dsp:spPr>
        <a:xfrm>
          <a:off x="1176084" y="621082"/>
          <a:ext cx="226193" cy="26460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1176084" y="674003"/>
        <a:ext cx="158335" cy="158761"/>
      </dsp:txXfrm>
    </dsp:sp>
    <dsp:sp modelId="{8E8517B3-0EA4-8D4F-8BB0-A1F4D013E1D3}">
      <dsp:nvSpPr>
        <dsp:cNvPr id="0" name=""/>
        <dsp:cNvSpPr/>
      </dsp:nvSpPr>
      <dsp:spPr>
        <a:xfrm>
          <a:off x="1496169" y="403291"/>
          <a:ext cx="1066949" cy="70018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200" kern="1200"/>
            <a:t>Majority Class Bias</a:t>
          </a:r>
        </a:p>
      </dsp:txBody>
      <dsp:txXfrm>
        <a:off x="1516677" y="423799"/>
        <a:ext cx="1025933" cy="659169"/>
      </dsp:txXfrm>
    </dsp:sp>
    <dsp:sp modelId="{8B705E8B-B5E4-B647-AB08-BD4E8099E092}">
      <dsp:nvSpPr>
        <dsp:cNvPr id="0" name=""/>
        <dsp:cNvSpPr/>
      </dsp:nvSpPr>
      <dsp:spPr>
        <a:xfrm>
          <a:off x="2669814" y="621082"/>
          <a:ext cx="226193" cy="26460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2669814" y="674003"/>
        <a:ext cx="158335" cy="158761"/>
      </dsp:txXfrm>
    </dsp:sp>
    <dsp:sp modelId="{DC1195CA-39DA-9646-AC79-D90A21D38812}">
      <dsp:nvSpPr>
        <dsp:cNvPr id="0" name=""/>
        <dsp:cNvSpPr/>
      </dsp:nvSpPr>
      <dsp:spPr>
        <a:xfrm>
          <a:off x="2989899" y="403291"/>
          <a:ext cx="1066949" cy="70018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200" kern="1200"/>
            <a:t>High Accuracy</a:t>
          </a:r>
        </a:p>
      </dsp:txBody>
      <dsp:txXfrm>
        <a:off x="3010407" y="423799"/>
        <a:ext cx="1025933" cy="659169"/>
      </dsp:txXfrm>
    </dsp:sp>
    <dsp:sp modelId="{EC6F1316-7A29-4042-B6C6-8839345AAAEC}">
      <dsp:nvSpPr>
        <dsp:cNvPr id="0" name=""/>
        <dsp:cNvSpPr/>
      </dsp:nvSpPr>
      <dsp:spPr>
        <a:xfrm>
          <a:off x="4163544" y="621082"/>
          <a:ext cx="226193" cy="26460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4163544" y="674003"/>
        <a:ext cx="158335" cy="158761"/>
      </dsp:txXfrm>
    </dsp:sp>
    <dsp:sp modelId="{B3A5A0AA-E877-DF4D-B6BE-92C1E4C0E2DC}">
      <dsp:nvSpPr>
        <dsp:cNvPr id="0" name=""/>
        <dsp:cNvSpPr/>
      </dsp:nvSpPr>
      <dsp:spPr>
        <a:xfrm>
          <a:off x="4483629" y="403291"/>
          <a:ext cx="1066949" cy="70018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200" kern="1200"/>
            <a:t>Low Sensitivity</a:t>
          </a:r>
        </a:p>
      </dsp:txBody>
      <dsp:txXfrm>
        <a:off x="4504137" y="423799"/>
        <a:ext cx="1025933" cy="659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FDC22-A201-B047-A037-4E628C486D2B}" type="datetimeFigureOut">
              <a:rPr lang="en-DE" smtClean="0"/>
              <a:t>08.07.26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3B763-BE95-964C-BCB6-4CA661E1D19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124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3B763-BE95-964C-BCB6-4CA661E1D193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5888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ED57A5B6-F0A2-AA47-85B1-1D9A62B65C62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83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0E6C-F1E7-5145-975E-CF440BCC588D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04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2D26-C595-044E-B0F2-759F67FAB046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4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8361-2678-B446-9DFF-C5D409737323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9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B3F9-AC43-0045-BC87-BD32AA4CAED4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9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1493-AE3C-144E-927B-1EBA778F1618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32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5D4D2-7FE5-FB4F-841D-706A442AA8CD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0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C8A154FA-145D-9840-B5B4-85701CA5ECDE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9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FDBEE17F-AD96-F645-8DE5-AAC538A48726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256EC-661D-B94C-A0B5-36D4A6BE6D8B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0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342602E3-070A-7045-B125-6044E7BFEDE3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02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CFE7C6C-6844-6E45-8DEE-6E24EEF3C842}" type="datetime1">
              <a:rPr lang="de-DE" smtClean="0"/>
              <a:t>08.07.26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6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800" r:id="rId6"/>
    <p:sldLayoutId id="2147483795" r:id="rId7"/>
    <p:sldLayoutId id="2147483796" r:id="rId8"/>
    <p:sldLayoutId id="2147483797" r:id="rId9"/>
    <p:sldLayoutId id="2147483799" r:id="rId10"/>
    <p:sldLayoutId id="2147483798" r:id="rId11"/>
  </p:sldLayoutIdLst>
  <p:hf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EA620-2F77-B53C-45CC-9A2BE5E25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540" y="1113327"/>
            <a:ext cx="5818142" cy="2019488"/>
          </a:xfrm>
        </p:spPr>
        <p:txBody>
          <a:bodyPr vert="horz" lIns="109728" tIns="109728" rIns="109728" bIns="91440" rtlCol="0" anchor="ctr">
            <a:normAutofit fontScale="90000"/>
          </a:bodyPr>
          <a:lstStyle/>
          <a:p>
            <a:pPr>
              <a:lnSpc>
                <a:spcPct val="140000"/>
              </a:lnSpc>
            </a:pPr>
            <a:r>
              <a:rPr lang="en-US" sz="2700" b="1" dirty="0">
                <a:solidFill>
                  <a:schemeClr val="bg1"/>
                </a:solidFill>
              </a:rPr>
              <a:t>Heart Disease Prediction using Machine Learning</a:t>
            </a:r>
            <a:br>
              <a:rPr lang="en-US" sz="1400" b="1" dirty="0">
                <a:solidFill>
                  <a:schemeClr val="bg1"/>
                </a:solidFill>
              </a:rPr>
            </a:br>
            <a:br>
              <a:rPr lang="en-US" sz="1300" b="1" dirty="0">
                <a:solidFill>
                  <a:schemeClr val="bg1"/>
                </a:solidFill>
              </a:rPr>
            </a:b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FFFCA-4930-0F58-D842-2CBBF3C8E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4622" y="3707541"/>
            <a:ext cx="5117253" cy="2505801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Parth Navadiya-22202538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Narender Kumar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B.Sc. Artificial Intelligence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Deggendorf Institute of Technology</a:t>
            </a:r>
          </a:p>
          <a:p>
            <a:pPr>
              <a:lnSpc>
                <a:spcPct val="130000"/>
              </a:lnSpc>
            </a:pP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70B2CE-6A89-2675-E841-F01B2BEE2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3" r="5285"/>
          <a:stretch>
            <a:fillRect/>
          </a:stretch>
        </p:blipFill>
        <p:spPr>
          <a:xfrm>
            <a:off x="6857698" y="10"/>
            <a:ext cx="5334301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E9561-661E-E06C-E531-9BE6B333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6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835F464-7A59-4221-AA5E-B60EF8D3C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27FA2-C2A6-0B57-D715-CCDBFAD8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</p:spPr>
        <p:txBody>
          <a:bodyPr>
            <a:normAutofit/>
          </a:bodyPr>
          <a:lstStyle/>
          <a:p>
            <a:r>
              <a:rPr lang="en-DE" sz="3300"/>
              <a:t>Presentation Outline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57B5ED-61CB-4AF5-A47A-A41A996F8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61644" y="0"/>
            <a:ext cx="7530351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14C9CDB-7738-4B6C-BCE1-D9516C1E0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E195DD-4C71-A878-C06B-4E666B21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BAA0E39-BD5B-2FB8-C5E7-9EFF30316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8232630"/>
              </p:ext>
            </p:extLst>
          </p:nvPr>
        </p:nvGraphicFramePr>
        <p:xfrm>
          <a:off x="5376863" y="704850"/>
          <a:ext cx="6172200" cy="519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485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Heartbeat">
            <a:extLst>
              <a:ext uri="{FF2B5EF4-FFF2-40B4-BE49-F238E27FC236}">
                <a16:creationId xmlns:a16="http://schemas.microsoft.com/office/drawing/2014/main" id="{0822D240-FDC9-FED5-E0A9-DF163EAB2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646" y="1750192"/>
            <a:ext cx="3328786" cy="33287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45021-A139-8C07-1389-02BBEA2A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>
            <a:normAutofit/>
          </a:bodyPr>
          <a:lstStyle/>
          <a:p>
            <a:r>
              <a:rPr lang="en-DE"/>
              <a:t>Motivation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3B07D2C-F6D5-E172-3706-A32C3685B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857" y="2268656"/>
            <a:ext cx="6627226" cy="3505938"/>
          </a:xfrm>
        </p:spPr>
        <p:txBody>
          <a:bodyPr anchor="t">
            <a:normAutofit/>
          </a:bodyPr>
          <a:lstStyle/>
          <a:p>
            <a:r>
              <a:rPr lang="en-DE" dirty="0"/>
              <a:t>Why Heart Disease Prediction?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Leading cause of death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Early detection improves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Machine learning can identify patterns from health survey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Proper evaluation is essential to select a reliable prediction model.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76AFC-5DA3-5A1B-E229-36DFB0D6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3835F464-7A59-4221-AA5E-B60EF8D3C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64622-2C26-135A-6352-0AAA9AFA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</p:spPr>
        <p:txBody>
          <a:bodyPr vert="horz" lIns="109728" tIns="109728" rIns="109728" bIns="91440" rtlCol="0">
            <a:normAutofit/>
          </a:bodyPr>
          <a:lstStyle/>
          <a:p>
            <a:r>
              <a:rPr lang="en-US" cap="all"/>
              <a:t>Dataset Overview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C57B5ED-61CB-4AF5-A47A-A41A996F8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61644" y="0"/>
            <a:ext cx="7530351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14C9CDB-7738-4B6C-BCE1-D9516C1E0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A24B8-E25D-DD36-9CFF-AEA9EF9F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BD75C-491E-E153-231F-7AEBF0AD639C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9370435-B9FE-C945-C614-AA1689470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273699"/>
              </p:ext>
            </p:extLst>
          </p:nvPr>
        </p:nvGraphicFramePr>
        <p:xfrm>
          <a:off x="5376863" y="965192"/>
          <a:ext cx="6172200" cy="46767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26982">
                  <a:extLst>
                    <a:ext uri="{9D8B030D-6E8A-4147-A177-3AD203B41FA5}">
                      <a16:colId xmlns:a16="http://schemas.microsoft.com/office/drawing/2014/main" val="1526148687"/>
                    </a:ext>
                  </a:extLst>
                </a:gridCol>
                <a:gridCol w="4445218">
                  <a:extLst>
                    <a:ext uri="{9D8B030D-6E8A-4147-A177-3AD203B41FA5}">
                      <a16:colId xmlns:a16="http://schemas.microsoft.com/office/drawing/2014/main" val="1015263219"/>
                    </a:ext>
                  </a:extLst>
                </a:gridCol>
              </a:tblGrid>
              <a:tr h="62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Property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336555"/>
                  </a:ext>
                </a:extLst>
              </a:tr>
              <a:tr h="62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Dataset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BRFSS 2015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685317"/>
                  </a:ext>
                </a:extLst>
              </a:tr>
              <a:tr h="899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CDC Behavioral Risk Factor Surveillance System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135738"/>
                  </a:ext>
                </a:extLst>
              </a:tr>
              <a:tr h="62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Samples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253,680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643296"/>
                  </a:ext>
                </a:extLst>
              </a:tr>
              <a:tr h="62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Features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21 Health Indicators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137964"/>
                  </a:ext>
                </a:extLst>
              </a:tr>
              <a:tr h="62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HeartDiseaseorAttack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968436"/>
                  </a:ext>
                </a:extLst>
              </a:tr>
              <a:tr h="62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Binary Classification</a:t>
                      </a:r>
                    </a:p>
                  </a:txBody>
                  <a:tcPr marL="131293" marR="187562" marT="37513" marB="28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026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9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3E719-9B32-AD18-0996-D49F0B9F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04" y="1072110"/>
            <a:ext cx="3877943" cy="1862345"/>
          </a:xfr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500" cap="all" dirty="0"/>
              <a:t>Dataset Characteristics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91008-0DD0-369F-F92D-1323DA408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294" y="2934455"/>
            <a:ext cx="4423951" cy="2840139"/>
          </a:xfrm>
        </p:spPr>
        <p:txBody>
          <a:bodyPr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400" b="0" dirty="0"/>
              <a:t>Majority class = Healthy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400" b="0" dirty="0"/>
              <a:t>Minority class = Heart Disease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E" sz="1400" b="0" dirty="0"/>
              <a:t>Strong class imbalance</a:t>
            </a:r>
            <a:endParaRPr lang="en-DE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400" b="0" dirty="0"/>
              <a:t>253,680 responses (229,781 after removing duplicates)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400" b="0" dirty="0"/>
              <a:t>21 numeric features + 1 binary target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635410-196D-3986-5973-DAA756BBA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540" y="720477"/>
            <a:ext cx="7086166" cy="5415037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19D45-E546-43B3-1729-7B906B10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7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CAA1C-6418-2BCA-EF0F-206386AB0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100" b="0" cap="all" dirty="0">
                <a:solidFill>
                  <a:schemeClr val="bg1"/>
                </a:solidFill>
              </a:rPr>
              <a:t>Exploratory Data Analysis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Pipette adding DNA sample to a petri dish">
            <a:extLst>
              <a:ext uri="{FF2B5EF4-FFF2-40B4-BE49-F238E27FC236}">
                <a16:creationId xmlns:a16="http://schemas.microsoft.com/office/drawing/2014/main" id="{445BC0B9-514C-BE73-27FD-E20AB7744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132" b="-2"/>
          <a:stretch>
            <a:fillRect/>
          </a:stretch>
        </p:blipFill>
        <p:spPr>
          <a:xfrm>
            <a:off x="7344569" y="1268564"/>
            <a:ext cx="4362798" cy="425686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E520BC-4A4F-0491-2EA9-46D99EDE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1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ass_conditional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8600"/>
            <a:ext cx="10058400" cy="6400800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44C20B86-2EDA-9769-9FC5-215B2035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24E75-84E0-2E3F-9696-17A6756F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235" y="0"/>
            <a:ext cx="8673353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C20B86-2EDA-9769-9FC5-215B2035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439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0B7A1-847F-C323-1E9E-EA0B9EC1AC4F}"/>
              </a:ext>
            </a:extLst>
          </p:cNvPr>
          <p:cNvSpPr txBox="1"/>
          <p:nvPr/>
        </p:nvSpPr>
        <p:spPr>
          <a:xfrm>
            <a:off x="1535371" y="1044054"/>
            <a:ext cx="10013709" cy="1030360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Correlation Heatmap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49B60-4AC6-66BA-AE71-31F596A79BA2}"/>
              </a:ext>
            </a:extLst>
          </p:cNvPr>
          <p:cNvSpPr txBox="1"/>
          <p:nvPr/>
        </p:nvSpPr>
        <p:spPr>
          <a:xfrm>
            <a:off x="1535371" y="2702257"/>
            <a:ext cx="9935571" cy="342615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US" sz="20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Observations:</a:t>
            </a:r>
          </a:p>
          <a:p>
            <a:pPr marL="285750" lvl="1" indent="-285750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DE" sz="1600" dirty="0"/>
              <a:t>Most features have </a:t>
            </a:r>
            <a:r>
              <a:rPr lang="en-DE" sz="1600" b="1" dirty="0"/>
              <a:t>weak to moderate correlations</a:t>
            </a:r>
            <a:r>
              <a:rPr lang="en-DE" sz="1600" dirty="0"/>
              <a:t>, indicating </a:t>
            </a:r>
            <a:r>
              <a:rPr lang="en-DE" sz="1600" b="1" dirty="0"/>
              <a:t>low multicollinearity</a:t>
            </a:r>
            <a:r>
              <a:rPr lang="en-DE" sz="1600" dirty="0"/>
              <a:t>.</a:t>
            </a:r>
          </a:p>
          <a:p>
            <a:pPr marL="285750" lvl="1" indent="-285750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DE" sz="1600" b="1" dirty="0"/>
              <a:t>General Health</a:t>
            </a:r>
            <a:r>
              <a:rPr lang="en-DE" sz="1600" dirty="0"/>
              <a:t> and </a:t>
            </a:r>
            <a:r>
              <a:rPr lang="en-DE" sz="1600" b="1" dirty="0"/>
              <a:t>Physical Health</a:t>
            </a:r>
            <a:r>
              <a:rPr lang="en-DE" sz="1600" dirty="0"/>
              <a:t> show the strongest positive correlation (</a:t>
            </a:r>
            <a:r>
              <a:rPr lang="en-DE" sz="1600" b="1" dirty="0"/>
              <a:t>r = 0.52</a:t>
            </a:r>
            <a:r>
              <a:rPr lang="en-DE" sz="1600" dirty="0"/>
              <a:t>).</a:t>
            </a:r>
          </a:p>
          <a:p>
            <a:pPr marL="285750" lvl="1" indent="-285750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DE" sz="1600" b="1" dirty="0"/>
              <a:t>Age, High Blood Pressure, and Stroke</a:t>
            </a:r>
            <a:r>
              <a:rPr lang="en-DE" sz="1600" dirty="0"/>
              <a:t> are positively associated with </a:t>
            </a:r>
            <a:r>
              <a:rPr lang="en-DE" sz="1600" b="1" dirty="0"/>
              <a:t>Heart Disease</a:t>
            </a:r>
            <a:r>
              <a:rPr lang="en-DE" sz="1600" dirty="0"/>
              <a:t>. </a:t>
            </a:r>
          </a:p>
          <a:p>
            <a:pPr marL="285750" lvl="1" indent="-285750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DE" sz="1600" dirty="0"/>
              <a:t>No highly correlated features were found, so </a:t>
            </a:r>
            <a:r>
              <a:rPr lang="en-DE" sz="1600" b="1" dirty="0"/>
              <a:t>Forward Feature Selection</a:t>
            </a:r>
            <a:r>
              <a:rPr lang="en-DE" sz="1600" dirty="0"/>
              <a:t> was used to identify the most important features.</a:t>
            </a:r>
            <a:br>
              <a:rPr lang="en-US" sz="17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1B6057-F5C7-54BF-D0DD-3062D904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1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EAE3C-2338-E5F7-331A-E5F2601CA374}"/>
              </a:ext>
            </a:extLst>
          </p:cNvPr>
          <p:cNvSpPr txBox="1"/>
          <p:nvPr/>
        </p:nvSpPr>
        <p:spPr>
          <a:xfrm>
            <a:off x="138546" y="1072110"/>
            <a:ext cx="4115402" cy="1862345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cap="all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Correlation with Target Variable</a:t>
            </a:r>
            <a:endParaRPr lang="en-US" sz="2500" b="1" spc="1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06A46-8FDF-45E2-4813-E49AC94D4387}"/>
              </a:ext>
            </a:extLst>
          </p:cNvPr>
          <p:cNvSpPr txBox="1"/>
          <p:nvPr/>
        </p:nvSpPr>
        <p:spPr>
          <a:xfrm>
            <a:off x="637874" y="2934455"/>
            <a:ext cx="361607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15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Influential Features: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 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General Health 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Blood Pressure 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Cholesterol 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5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Difficulty Walking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5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B45C3-C2E9-AF2E-3506-49226C4CB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58" y="803210"/>
            <a:ext cx="6194608" cy="52963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379C3B-DA39-D8A9-8E43-6D956BEA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3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A7DD5-7FE0-F3A3-E72B-2C2C5DF05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>
                <a:solidFill>
                  <a:schemeClr val="bg1"/>
                </a:solidFill>
              </a:rPr>
              <a:t>Forward Feature Selection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5EF8360-90B3-B8FA-E5CC-9AA73734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DE" sz="1400" dirty="0"/>
              <a:t>Purpose: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Identify a smaller subset of informative features while maintaining predictive performance.</a:t>
            </a:r>
          </a:p>
          <a:p>
            <a:pPr>
              <a:lnSpc>
                <a:spcPct val="130000"/>
              </a:lnSpc>
            </a:pPr>
            <a:r>
              <a:rPr lang="en-DE" sz="1400" dirty="0"/>
              <a:t>Selected Features: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CholCheck, BMI, Stroke, PhysActivity, AnyHealthcare, NoDocbcCost, MentHlth, Education </a:t>
            </a:r>
          </a:p>
          <a:p>
            <a:pPr>
              <a:lnSpc>
                <a:spcPct val="130000"/>
              </a:lnSpc>
            </a:pPr>
            <a:r>
              <a:rPr lang="en-DE" sz="1400" dirty="0"/>
              <a:t>Why did we do this?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Reduce dimensionality.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Remove less informative features.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400" b="0" dirty="0"/>
              <a:t>Compare models trained on all features versus selected features.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04A89-E72E-1A04-D30F-79CC712A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67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35F464-7A59-4221-AA5E-B60EF8D3C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90A8C-B551-6850-4B56-66A28933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" y="705113"/>
            <a:ext cx="3686083" cy="5197498"/>
          </a:xfrm>
        </p:spPr>
        <p:txBody>
          <a:bodyPr>
            <a:normAutofit/>
          </a:bodyPr>
          <a:lstStyle/>
          <a:p>
            <a:r>
              <a:rPr lang="en-DE" sz="2400" dirty="0"/>
              <a:t>Machine Learning Evaluation Pipeline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57B5ED-61CB-4AF5-A47A-A41A996F8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61644" y="0"/>
            <a:ext cx="7530351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4C9CDB-7738-4B6C-BCE1-D9516C1E0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E687A-10F2-C23E-B81A-9F6F0EF3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931F13-2861-9A60-1CFD-4E439CC5F6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252588"/>
              </p:ext>
            </p:extLst>
          </p:nvPr>
        </p:nvGraphicFramePr>
        <p:xfrm>
          <a:off x="5376863" y="704850"/>
          <a:ext cx="6172200" cy="5197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255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F9131-D0B3-4E1F-6D7D-7D1DEC2B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1072110"/>
            <a:ext cx="3927375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sz="3300" dirty="0"/>
              <a:t>Experimental Setup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8CD19C-1CB1-D365-FB43-73B5F74A2834}"/>
              </a:ext>
            </a:extLst>
          </p:cNvPr>
          <p:cNvSpPr txBox="1"/>
          <p:nvPr/>
        </p:nvSpPr>
        <p:spPr>
          <a:xfrm>
            <a:off x="326572" y="2969596"/>
            <a:ext cx="4094088" cy="300389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20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Why?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 experimental setup for all models. 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DE" sz="1600" dirty="0"/>
              <a:t>Hyperparameter tuning performed </a:t>
            </a:r>
            <a:r>
              <a:rPr lang="en-DE" sz="1600" b="1" dirty="0"/>
              <a:t>only on the training data</a:t>
            </a:r>
            <a:r>
              <a:rPr lang="en-DE" sz="1600" dirty="0"/>
              <a:t>.</a:t>
            </a:r>
          </a:p>
          <a:p>
            <a:pPr indent="-285750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DE" sz="1600" dirty="0"/>
              <a:t>Final evaluation performed on the unseen test set.</a:t>
            </a:r>
            <a:endParaRPr lang="en-US" sz="16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23E1A-C0C6-1956-1BDC-7192ADD8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503C0A56-F6A0-A560-BEEC-62287D75E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8599804"/>
              </p:ext>
            </p:extLst>
          </p:nvPr>
        </p:nvGraphicFramePr>
        <p:xfrm>
          <a:off x="4955830" y="1295400"/>
          <a:ext cx="6580986" cy="4454252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878777">
                  <a:extLst>
                    <a:ext uri="{9D8B030D-6E8A-4147-A177-3AD203B41FA5}">
                      <a16:colId xmlns:a16="http://schemas.microsoft.com/office/drawing/2014/main" val="1388572241"/>
                    </a:ext>
                  </a:extLst>
                </a:gridCol>
                <a:gridCol w="3702209">
                  <a:extLst>
                    <a:ext uri="{9D8B030D-6E8A-4147-A177-3AD203B41FA5}">
                      <a16:colId xmlns:a16="http://schemas.microsoft.com/office/drawing/2014/main" val="3688514423"/>
                    </a:ext>
                  </a:extLst>
                </a:gridCol>
              </a:tblGrid>
              <a:tr h="537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 marL="133254" marR="119163" marT="102503" marB="1025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 marL="133254" marR="119163" marT="102503" marB="1025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653274"/>
                  </a:ext>
                </a:extLst>
              </a:tr>
              <a:tr h="537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 dirty="0">
                          <a:solidFill>
                            <a:schemeClr val="tx1"/>
                          </a:solidFill>
                        </a:rPr>
                        <a:t>Train/Test Split</a:t>
                      </a:r>
                    </a:p>
                  </a:txBody>
                  <a:tcPr marL="133254" marR="119163" marT="102503" marB="1025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>
                          <a:solidFill>
                            <a:schemeClr val="tx1"/>
                          </a:solidFill>
                        </a:rPr>
                        <a:t>70% Training / 30% Testing</a:t>
                      </a:r>
                    </a:p>
                  </a:txBody>
                  <a:tcPr marL="133254" marR="119163" marT="102503" marB="1025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121895"/>
                  </a:ext>
                </a:extLst>
              </a:tr>
              <a:tr h="767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 dirty="0">
                          <a:solidFill>
                            <a:schemeClr val="tx1"/>
                          </a:solidFill>
                        </a:rPr>
                        <a:t>Feature Scaling</a:t>
                      </a:r>
                    </a:p>
                  </a:txBody>
                  <a:tcPr marL="133254" marR="119163" marT="102503" marB="1025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 dirty="0">
                          <a:solidFill>
                            <a:schemeClr val="tx1"/>
                          </a:solidFill>
                        </a:rPr>
                        <a:t>StandardScaler (kNN &amp; </a:t>
                      </a:r>
                      <a:r>
                        <a:rPr lang="en-DE" sz="1400" dirty="0"/>
                        <a:t>Linear </a:t>
                      </a:r>
                      <a:r>
                        <a:rPr lang="en-DE" sz="1400" cap="none" spc="0" dirty="0">
                          <a:solidFill>
                            <a:schemeClr val="tx1"/>
                          </a:solidFill>
                        </a:rPr>
                        <a:t>SVM)</a:t>
                      </a:r>
                    </a:p>
                  </a:txBody>
                  <a:tcPr marL="133254" marR="119163" marT="102503" marB="1025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415975"/>
                  </a:ext>
                </a:extLst>
              </a:tr>
              <a:tr h="537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>
                          <a:solidFill>
                            <a:schemeClr val="tx1"/>
                          </a:solidFill>
                        </a:rPr>
                        <a:t>Feature Selection</a:t>
                      </a:r>
                    </a:p>
                  </a:txBody>
                  <a:tcPr marL="133254" marR="119163" marT="102503" marB="1025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>
                          <a:solidFill>
                            <a:schemeClr val="tx1"/>
                          </a:solidFill>
                        </a:rPr>
                        <a:t>Forward Feature Selection</a:t>
                      </a:r>
                    </a:p>
                  </a:txBody>
                  <a:tcPr marL="133254" marR="119163" marT="102503" marB="1025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781927"/>
                  </a:ext>
                </a:extLst>
              </a:tr>
              <a:tr h="767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>
                          <a:solidFill>
                            <a:schemeClr val="tx1"/>
                          </a:solidFill>
                        </a:rPr>
                        <a:t>Hyperparameter Optimization</a:t>
                      </a:r>
                    </a:p>
                  </a:txBody>
                  <a:tcPr marL="133254" marR="119163" marT="102503" marB="1025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>
                          <a:solidFill>
                            <a:schemeClr val="tx1"/>
                          </a:solidFill>
                        </a:rPr>
                        <a:t>GridSearchCV</a:t>
                      </a:r>
                    </a:p>
                  </a:txBody>
                  <a:tcPr marL="133254" marR="119163" marT="102503" marB="1025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128723"/>
                  </a:ext>
                </a:extLst>
              </a:tr>
              <a:tr h="537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 dirty="0">
                          <a:solidFill>
                            <a:schemeClr val="tx1"/>
                          </a:solidFill>
                        </a:rPr>
                        <a:t>Cross Validation</a:t>
                      </a:r>
                    </a:p>
                  </a:txBody>
                  <a:tcPr marL="133254" marR="119163" marT="102503" marB="1025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>
                          <a:solidFill>
                            <a:schemeClr val="tx1"/>
                          </a:solidFill>
                        </a:rPr>
                        <a:t>3-Fold Cross Validation</a:t>
                      </a:r>
                    </a:p>
                  </a:txBody>
                  <a:tcPr marL="133254" marR="119163" marT="102503" marB="1025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64868"/>
                  </a:ext>
                </a:extLst>
              </a:tr>
              <a:tr h="767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cap="none" spc="0" dirty="0">
                          <a:solidFill>
                            <a:schemeClr val="tx1"/>
                          </a:solidFill>
                        </a:rPr>
                        <a:t>Evaluation Metrics</a:t>
                      </a:r>
                    </a:p>
                  </a:txBody>
                  <a:tcPr marL="133254" marR="119163" marT="102503" marB="1025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Accuracy, Balanced Accuracy, Sensitivity, Specificity, ROC-AUC</a:t>
                      </a:r>
                      <a:endParaRPr lang="en-DE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3254" marR="119163" marT="102503" marB="1025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687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024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2AE5E-6DBA-6C84-96F7-717D39130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70" y="1072110"/>
            <a:ext cx="4099777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Models Evaluated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A1073-1B10-8A3F-0D01-D48B4440A32C}"/>
              </a:ext>
            </a:extLst>
          </p:cNvPr>
          <p:cNvSpPr txBox="1"/>
          <p:nvPr/>
        </p:nvSpPr>
        <p:spPr>
          <a:xfrm>
            <a:off x="337457" y="2934455"/>
            <a:ext cx="4130501" cy="3146101"/>
          </a:xfrm>
          <a:prstGeom prst="rect">
            <a:avLst/>
          </a:prstGeom>
        </p:spPr>
        <p:txBody>
          <a:bodyPr vert="horz" lIns="109728" tIns="109728" rIns="109728" bIns="91440" rtlCol="0" anchor="t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DE" b="1" dirty="0"/>
              <a:t>Hyperparameter 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500" b="1" dirty="0"/>
              <a:t>Method:</a:t>
            </a:r>
            <a:r>
              <a:rPr lang="en-DE" sz="1500" dirty="0"/>
              <a:t> GridSearchCV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500" b="1" dirty="0"/>
              <a:t>Validation:</a:t>
            </a:r>
            <a:r>
              <a:rPr lang="en-DE" sz="1500" dirty="0"/>
              <a:t> 3-Fold Cross Validation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500" b="1" dirty="0"/>
              <a:t>Selection:</a:t>
            </a:r>
            <a:r>
              <a:rPr lang="en-DE" sz="1500" dirty="0"/>
              <a:t> Best average validation score </a:t>
            </a:r>
          </a:p>
          <a:p>
            <a:pPr>
              <a:lnSpc>
                <a:spcPct val="150000"/>
              </a:lnSpc>
            </a:pPr>
            <a:r>
              <a:rPr lang="en-DE" b="1" dirty="0"/>
              <a:t>Purpose</a:t>
            </a:r>
            <a:endParaRPr lang="en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500" dirty="0"/>
              <a:t>Finds the optimal hyperparameters.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500" dirty="0"/>
              <a:t>Improves model performance.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500" dirty="0"/>
              <a:t>Reduces manual tuning.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0B81BA-5584-4F58-1F23-67226006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8C0FA9A-39F4-8BB7-3D85-32ADFCCA8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01388"/>
              </p:ext>
            </p:extLst>
          </p:nvPr>
        </p:nvGraphicFramePr>
        <p:xfrm>
          <a:off x="5188714" y="1655413"/>
          <a:ext cx="6282532" cy="3547176"/>
        </p:xfrm>
        <a:graphic>
          <a:graphicData uri="http://schemas.openxmlformats.org/drawingml/2006/table">
            <a:tbl>
              <a:tblPr/>
              <a:tblGrid>
                <a:gridCol w="2157311">
                  <a:extLst>
                    <a:ext uri="{9D8B030D-6E8A-4147-A177-3AD203B41FA5}">
                      <a16:colId xmlns:a16="http://schemas.microsoft.com/office/drawing/2014/main" val="2229781142"/>
                    </a:ext>
                  </a:extLst>
                </a:gridCol>
                <a:gridCol w="1398930">
                  <a:extLst>
                    <a:ext uri="{9D8B030D-6E8A-4147-A177-3AD203B41FA5}">
                      <a16:colId xmlns:a16="http://schemas.microsoft.com/office/drawing/2014/main" val="1377898439"/>
                    </a:ext>
                  </a:extLst>
                </a:gridCol>
                <a:gridCol w="2726291">
                  <a:extLst>
                    <a:ext uri="{9D8B030D-6E8A-4147-A177-3AD203B41FA5}">
                      <a16:colId xmlns:a16="http://schemas.microsoft.com/office/drawing/2014/main" val="2062644554"/>
                    </a:ext>
                  </a:extLst>
                </a:gridCol>
              </a:tblGrid>
              <a:tr h="527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/>
                        <a:t>Model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/>
                        <a:t>Role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/>
                        <a:t>Hyperparameters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882432"/>
                  </a:ext>
                </a:extLst>
              </a:tr>
              <a:tr h="88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/>
                        <a:t>kNN</a:t>
                      </a:r>
                      <a:endParaRPr lang="en-DE" sz="1800"/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/>
                        <a:t>Baseline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Number of Neighbors (k)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837310"/>
                  </a:ext>
                </a:extLst>
              </a:tr>
              <a:tr h="1246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dirty="0"/>
                        <a:t>Random Forest</a:t>
                      </a:r>
                      <a:endParaRPr lang="en-DE" sz="1800" dirty="0"/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/>
                        <a:t>Advanced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/>
                        <a:t>n_estimators, max_depth, max_features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591785"/>
                  </a:ext>
                </a:extLst>
              </a:tr>
              <a:tr h="88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/>
                        <a:t>Linear SVM</a:t>
                      </a:r>
                      <a:endParaRPr lang="en-DE" sz="1800"/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Advanced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C (Regularization Parameter)</a:t>
                      </a:r>
                    </a:p>
                  </a:txBody>
                  <a:tcPr marL="119837" marR="119837" marT="59918" marB="599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745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29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C0C26-B00B-FA7B-05AF-0C31C851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DE" sz="2500" dirty="0"/>
              <a:t>Baseline Model – k-Nearest Neighbors (kNN)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6AF7-6526-05C7-CF60-D2185FBA0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DE" sz="1500" dirty="0"/>
              <a:t>Configuration: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500" b="0" dirty="0"/>
              <a:t>StandardScaler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500" b="0" dirty="0"/>
              <a:t>Selected Features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500" b="0" dirty="0"/>
              <a:t>Hyperparameter optimized using 3-Fold GridSearchCV</a:t>
            </a:r>
          </a:p>
          <a:p>
            <a:pPr>
              <a:lnSpc>
                <a:spcPct val="130000"/>
              </a:lnSpc>
            </a:pPr>
            <a:endParaRPr lang="en-DE" sz="1500" dirty="0"/>
          </a:p>
          <a:p>
            <a:pPr>
              <a:lnSpc>
                <a:spcPct val="130000"/>
              </a:lnSpc>
            </a:pPr>
            <a:endParaRPr lang="en-DE" sz="15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882CD-EBC8-6256-95B1-0AA1F4B06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0DB976-2528-B612-4E57-C55E42D61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80035"/>
              </p:ext>
            </p:extLst>
          </p:nvPr>
        </p:nvGraphicFramePr>
        <p:xfrm>
          <a:off x="5188714" y="1609745"/>
          <a:ext cx="6514470" cy="363851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4323933">
                  <a:extLst>
                    <a:ext uri="{9D8B030D-6E8A-4147-A177-3AD203B41FA5}">
                      <a16:colId xmlns:a16="http://schemas.microsoft.com/office/drawing/2014/main" val="3589649375"/>
                    </a:ext>
                  </a:extLst>
                </a:gridCol>
                <a:gridCol w="2190537">
                  <a:extLst>
                    <a:ext uri="{9D8B030D-6E8A-4147-A177-3AD203B41FA5}">
                      <a16:colId xmlns:a16="http://schemas.microsoft.com/office/drawing/2014/main" val="750650615"/>
                    </a:ext>
                  </a:extLst>
                </a:gridCol>
              </a:tblGrid>
              <a:tr h="60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166551" marR="128117" marT="128117" marB="12811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66551" marR="128117" marT="128117" marB="12811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656737"/>
                  </a:ext>
                </a:extLst>
              </a:tr>
              <a:tr h="60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166551" marR="128117" marT="128117" marB="12811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>
                          <a:solidFill>
                            <a:schemeClr val="tx1"/>
                          </a:solidFill>
                        </a:rPr>
                        <a:t>87.7%</a:t>
                      </a:r>
                      <a:endParaRPr lang="en-DE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6551" marR="128117" marT="128117" marB="12811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169322"/>
                  </a:ext>
                </a:extLst>
              </a:tr>
              <a:tr h="60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Balanced Accuracy</a:t>
                      </a:r>
                    </a:p>
                  </a:txBody>
                  <a:tcPr marL="166551" marR="128117" marT="128117" marB="12811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>
                          <a:solidFill>
                            <a:schemeClr val="tx1"/>
                          </a:solidFill>
                        </a:rPr>
                        <a:t>57.1%</a:t>
                      </a:r>
                      <a:endParaRPr lang="en-DE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6551" marR="128117" marT="128117" marB="12811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05236"/>
                  </a:ext>
                </a:extLst>
              </a:tr>
              <a:tr h="60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 marL="166551" marR="128117" marT="128117" marB="12811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>
                          <a:solidFill>
                            <a:schemeClr val="tx1"/>
                          </a:solidFill>
                        </a:rPr>
                        <a:t>18.5%</a:t>
                      </a:r>
                      <a:endParaRPr lang="en-DE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6551" marR="128117" marT="128117" marB="12811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193503"/>
                  </a:ext>
                </a:extLst>
              </a:tr>
              <a:tr h="60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 marL="166551" marR="128117" marT="128117" marB="12811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tx1"/>
                          </a:solidFill>
                        </a:rPr>
                        <a:t>95.6%</a:t>
                      </a:r>
                      <a:endParaRPr lang="en-DE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6551" marR="128117" marT="128117" marB="12811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595828"/>
                  </a:ext>
                </a:extLst>
              </a:tr>
              <a:tr h="60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cap="none" spc="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</a:txBody>
                  <a:tcPr marL="166551" marR="128117" marT="128117" marB="12811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2000" b="1" cap="none" spc="0" dirty="0">
                          <a:solidFill>
                            <a:schemeClr val="tx1"/>
                          </a:solidFill>
                        </a:rPr>
                        <a:t>0.666</a:t>
                      </a:r>
                      <a:endParaRPr lang="en-DE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6551" marR="128117" marT="128117" marB="12811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9325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FFFD2C-413A-64F1-7E03-B2A2CED5900C}"/>
              </a:ext>
            </a:extLst>
          </p:cNvPr>
          <p:cNvSpPr txBox="1"/>
          <p:nvPr/>
        </p:nvSpPr>
        <p:spPr>
          <a:xfrm>
            <a:off x="5119710" y="1150650"/>
            <a:ext cx="1167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/>
              <a:t>Results:</a:t>
            </a:r>
          </a:p>
          <a:p>
            <a:endParaRPr lang="en-D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4AB5A-38BF-AFD6-83BB-E916D03A1C4E}"/>
              </a:ext>
            </a:extLst>
          </p:cNvPr>
          <p:cNvSpPr txBox="1"/>
          <p:nvPr/>
        </p:nvSpPr>
        <p:spPr>
          <a:xfrm>
            <a:off x="5119710" y="5340614"/>
            <a:ext cx="59270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Baseline model achieved good overall accuracy but struggled  </a:t>
            </a:r>
          </a:p>
          <a:p>
            <a:pPr>
              <a:lnSpc>
                <a:spcPct val="150000"/>
              </a:lnSpc>
            </a:pPr>
            <a:r>
              <a:rPr lang="en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detect positive heart disease cases.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82982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9723A0-D41B-4C41-8D49-B56A87465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467"/>
            <a:ext cx="642915" cy="55710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81153-F529-3464-D2CF-FB096C51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36" y="1108077"/>
            <a:ext cx="11520126" cy="32256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B8E2193-D83A-4F93-AA5A-6B128ADC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15" y="6214533"/>
            <a:ext cx="11599127" cy="64346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65BEC9-9A64-4330-A094-2323D0EE1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7891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1DA58A-A755-4FCE-9BED-1E4AD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146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E7FAF3-5086-76E5-F7DE-6234A2E1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1304" y="6308725"/>
            <a:ext cx="979488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AA79D-6C9E-AF70-35D9-38E3E6642D68}"/>
              </a:ext>
            </a:extLst>
          </p:cNvPr>
          <p:cNvSpPr txBox="1"/>
          <p:nvPr/>
        </p:nvSpPr>
        <p:spPr>
          <a:xfrm>
            <a:off x="667936" y="4580099"/>
            <a:ext cx="7736733" cy="1358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Observation: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Correctly classified most healthy individuals but missed many heart disease cases.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 sensitivity (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18.5%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indicates poor detection of the minority class.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ROC-AUC (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0.666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shows only 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fair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classification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846374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58F9C-625C-28EC-D091-78B6946A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Random Forest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79EC3B5B-3B39-B9C7-1F27-0228D702A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916" y="3447189"/>
            <a:ext cx="3850222" cy="3419906"/>
          </a:xfrm>
        </p:spPr>
        <p:txBody>
          <a:bodyPr anchor="t">
            <a:normAutofit fontScale="85000" lnSpcReduction="10000"/>
          </a:bodyPr>
          <a:lstStyle/>
          <a:p>
            <a:pPr>
              <a:lnSpc>
                <a:spcPct val="130000"/>
              </a:lnSpc>
            </a:pPr>
            <a:r>
              <a:rPr lang="en-DE" sz="1600" dirty="0"/>
              <a:t>Configuration: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All Features and </a:t>
            </a:r>
            <a:r>
              <a:rPr lang="en-DE" sz="1600" b="0" spc="0" dirty="0"/>
              <a:t>Selected Features</a:t>
            </a:r>
            <a:endParaRPr lang="en-DE" sz="1600" b="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GridSearchCV (3-Fold CV)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Scoring: Balanced Accuracy </a:t>
            </a:r>
          </a:p>
          <a:p>
            <a:pPr>
              <a:lnSpc>
                <a:spcPct val="130000"/>
              </a:lnSpc>
            </a:pPr>
            <a:r>
              <a:rPr lang="en-DE" sz="1600" dirty="0"/>
              <a:t>Parameter Search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n_estimators: 100, 200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max_depth: None, 10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max_features: sqrt, log2 </a:t>
            </a:r>
          </a:p>
          <a:p>
            <a:pPr>
              <a:lnSpc>
                <a:spcPct val="130000"/>
              </a:lnSpc>
            </a:pPr>
            <a:r>
              <a:rPr lang="en-DE" sz="1600" dirty="0"/>
              <a:t>Best: </a:t>
            </a:r>
            <a:r>
              <a:rPr lang="en-DE" sz="1600" b="0" dirty="0"/>
              <a:t>100 | None | sqrt</a:t>
            </a:r>
          </a:p>
          <a:p>
            <a:pPr>
              <a:lnSpc>
                <a:spcPct val="130000"/>
              </a:lnSpc>
            </a:pPr>
            <a:endParaRPr lang="en-DE" sz="7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71660-B228-C9CF-254C-0525B402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AF5C61-879D-AEA4-3D1E-FA653A411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232906"/>
              </p:ext>
            </p:extLst>
          </p:nvPr>
        </p:nvGraphicFramePr>
        <p:xfrm>
          <a:off x="7240991" y="661059"/>
          <a:ext cx="4569954" cy="416177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454266">
                  <a:extLst>
                    <a:ext uri="{9D8B030D-6E8A-4147-A177-3AD203B41FA5}">
                      <a16:colId xmlns:a16="http://schemas.microsoft.com/office/drawing/2014/main" val="1888960079"/>
                    </a:ext>
                  </a:extLst>
                </a:gridCol>
                <a:gridCol w="1661422">
                  <a:extLst>
                    <a:ext uri="{9D8B030D-6E8A-4147-A177-3AD203B41FA5}">
                      <a16:colId xmlns:a16="http://schemas.microsoft.com/office/drawing/2014/main" val="845722434"/>
                    </a:ext>
                  </a:extLst>
                </a:gridCol>
                <a:gridCol w="1454266">
                  <a:extLst>
                    <a:ext uri="{9D8B030D-6E8A-4147-A177-3AD203B41FA5}">
                      <a16:colId xmlns:a16="http://schemas.microsoft.com/office/drawing/2014/main" val="1159024505"/>
                    </a:ext>
                  </a:extLst>
                </a:gridCol>
              </a:tblGrid>
              <a:tr h="1112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154624" marR="118942" marT="118942" marB="1189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 dirty="0">
                          <a:solidFill>
                            <a:schemeClr val="tx1"/>
                          </a:solidFill>
                        </a:rPr>
                        <a:t>All Features</a:t>
                      </a: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 dirty="0">
                          <a:solidFill>
                            <a:schemeClr val="tx1"/>
                          </a:solidFill>
                        </a:rPr>
                        <a:t> Selected Features</a:t>
                      </a: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593418"/>
                  </a:ext>
                </a:extLst>
              </a:tr>
              <a:tr h="5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154624" marR="118942" marT="118942" marB="1189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>
                          <a:solidFill>
                            <a:schemeClr val="tx1"/>
                          </a:solidFill>
                        </a:rPr>
                        <a:t>89.2%</a:t>
                      </a:r>
                      <a:endParaRPr lang="en-DE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>
                          <a:solidFill>
                            <a:schemeClr val="tx1"/>
                          </a:solidFill>
                        </a:rPr>
                        <a:t>89.2%</a:t>
                      </a:r>
                      <a:endParaRPr lang="en-DE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376947"/>
                  </a:ext>
                </a:extLst>
              </a:tr>
              <a:tr h="833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Balanced Accuracy</a:t>
                      </a:r>
                    </a:p>
                  </a:txBody>
                  <a:tcPr marL="154624" marR="118942" marT="118942" marB="1189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 dirty="0">
                          <a:solidFill>
                            <a:schemeClr val="tx1"/>
                          </a:solidFill>
                        </a:rPr>
                        <a:t>54.5%</a:t>
                      </a:r>
                      <a:endParaRPr lang="en-DE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>
                          <a:solidFill>
                            <a:schemeClr val="tx1"/>
                          </a:solidFill>
                        </a:rPr>
                        <a:t>52.0%</a:t>
                      </a:r>
                      <a:endParaRPr lang="en-DE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950816"/>
                  </a:ext>
                </a:extLst>
              </a:tr>
              <a:tr h="5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 marL="154624" marR="118942" marT="118942" marB="1189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>
                          <a:solidFill>
                            <a:schemeClr val="tx1"/>
                          </a:solidFill>
                        </a:rPr>
                        <a:t>10.8%</a:t>
                      </a:r>
                      <a:endParaRPr lang="en-DE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>
                          <a:solidFill>
                            <a:schemeClr val="tx1"/>
                          </a:solidFill>
                        </a:rPr>
                        <a:t>5.2%</a:t>
                      </a:r>
                      <a:endParaRPr lang="en-DE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006166"/>
                  </a:ext>
                </a:extLst>
              </a:tr>
              <a:tr h="5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 marL="154624" marR="118942" marT="118942" marB="1189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>
                          <a:solidFill>
                            <a:schemeClr val="tx1"/>
                          </a:solidFill>
                        </a:rPr>
                        <a:t>98.2%</a:t>
                      </a:r>
                      <a:endParaRPr lang="en-DE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>
                          <a:solidFill>
                            <a:schemeClr val="tx1"/>
                          </a:solidFill>
                        </a:rPr>
                        <a:t>98.8%</a:t>
                      </a:r>
                      <a:endParaRPr lang="en-DE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136813"/>
                  </a:ext>
                </a:extLst>
              </a:tr>
              <a:tr h="5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cap="none" spc="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</a:txBody>
                  <a:tcPr marL="154624" marR="118942" marT="118942" marB="1189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DE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cap="none" spc="0" dirty="0">
                          <a:solidFill>
                            <a:schemeClr val="tx1"/>
                          </a:solidFill>
                        </a:rPr>
                        <a:t>0.622</a:t>
                      </a:r>
                      <a:endParaRPr lang="en-DE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4624" marR="118942" marT="118942" marB="1189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2321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6C94354-C479-BD63-7A28-CC8A53CAD658}"/>
              </a:ext>
            </a:extLst>
          </p:cNvPr>
          <p:cNvSpPr txBox="1"/>
          <p:nvPr/>
        </p:nvSpPr>
        <p:spPr>
          <a:xfrm>
            <a:off x="6950339" y="4940840"/>
            <a:ext cx="52717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selection reduced sensitivity and ROC-AUC while accuracy remained unchanged.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optimized model with 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features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performed better overall. 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08984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33CFB-9541-F09F-4151-F12BBB8D8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76" y="386170"/>
            <a:ext cx="11644800" cy="326054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B4B023-3F5A-7913-A323-DA8ADB66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E7F10-843B-DE04-9039-F0A52B664FC8}"/>
              </a:ext>
            </a:extLst>
          </p:cNvPr>
          <p:cNvSpPr txBox="1"/>
          <p:nvPr/>
        </p:nvSpPr>
        <p:spPr>
          <a:xfrm>
            <a:off x="272076" y="4032884"/>
            <a:ext cx="6870342" cy="16812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Observations: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Higher overall accuracy than kNN with better class separation.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Majority class was classified well, but sensitivity remained low (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10.8%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ROC-AUC (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0.804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indicates 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good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discriminative performance.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C160A-F2DF-C8E6-38B2-F6A8039A46EC}"/>
              </a:ext>
            </a:extLst>
          </p:cNvPr>
          <p:cNvSpPr txBox="1"/>
          <p:nvPr/>
        </p:nvSpPr>
        <p:spPr>
          <a:xfrm>
            <a:off x="10580914" y="3707515"/>
            <a:ext cx="16110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800" dirty="0"/>
              <a:t>*Optimized with all features.</a:t>
            </a:r>
          </a:p>
        </p:txBody>
      </p:sp>
    </p:spTree>
    <p:extLst>
      <p:ext uri="{BB962C8B-B14F-4D97-AF65-F5344CB8AC3E}">
        <p14:creationId xmlns:p14="http://schemas.microsoft.com/office/powerpoint/2010/main" val="1574741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DD14E-D7DA-D2DD-F289-D22A603F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742670E6-CC53-6AD0-2001-D9DCA733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F49D4A3-370B-205E-7F53-2A2D63CA0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E5C02-8913-D9C3-5DA8-3B3DC94D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Linear SVM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C424FC-E637-4000-8145-9D7865A3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D798ED1-AF36-8ED2-4EFA-8A34FE31A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EA4475F-6474-E2F3-752A-D95EF3277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D7DF436-EDBC-9C84-090F-B55383500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CE96C65-0552-ACF7-0F70-248E23FC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FE9A5EE1-6AD0-BBAD-772E-CC43555F6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07" y="3428998"/>
            <a:ext cx="4742026" cy="3438097"/>
          </a:xfrm>
        </p:spPr>
        <p:txBody>
          <a:bodyPr anchor="t">
            <a:noAutofit/>
          </a:bodyPr>
          <a:lstStyle/>
          <a:p>
            <a:r>
              <a:rPr lang="en-DE" sz="1200" dirty="0"/>
              <a:t>Configuration: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b="0" dirty="0"/>
              <a:t>Features: All Features and </a:t>
            </a:r>
            <a:r>
              <a:rPr lang="en-DE" sz="1200" b="0" spc="0" dirty="0"/>
              <a:t>Selected Features</a:t>
            </a:r>
            <a:endParaRPr lang="en-DE" sz="12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b="0" dirty="0"/>
              <a:t>Scaling: StandardScaler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b="0" dirty="0"/>
              <a:t>Tuning: GridSearchCV (3-Fold CV)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b="0" dirty="0"/>
              <a:t>Scoring: Balanced Accuracy </a:t>
            </a:r>
          </a:p>
          <a:p>
            <a:r>
              <a:rPr lang="en-DE" sz="1200" dirty="0"/>
              <a:t>Parameter Search: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b="0" dirty="0"/>
              <a:t>C: 0.01, 0.1, 1, 10, 100 </a:t>
            </a:r>
          </a:p>
          <a:p>
            <a:r>
              <a:rPr lang="en-DE" sz="1200" dirty="0"/>
              <a:t>Best Parameter: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b="0" dirty="0"/>
              <a:t>C = 1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15EF4C1-4596-620D-822B-9BF8B7AA6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469E8-95F1-A7A1-32D8-0387AEC8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E51DC1D-854B-B9C6-D8BD-735E114A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950857"/>
              </p:ext>
            </p:extLst>
          </p:nvPr>
        </p:nvGraphicFramePr>
        <p:xfrm>
          <a:off x="7326427" y="1051928"/>
          <a:ext cx="4479268" cy="416177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454266">
                  <a:extLst>
                    <a:ext uri="{9D8B030D-6E8A-4147-A177-3AD203B41FA5}">
                      <a16:colId xmlns:a16="http://schemas.microsoft.com/office/drawing/2014/main" val="1888960079"/>
                    </a:ext>
                  </a:extLst>
                </a:gridCol>
                <a:gridCol w="1570736">
                  <a:extLst>
                    <a:ext uri="{9D8B030D-6E8A-4147-A177-3AD203B41FA5}">
                      <a16:colId xmlns:a16="http://schemas.microsoft.com/office/drawing/2014/main" val="845722434"/>
                    </a:ext>
                  </a:extLst>
                </a:gridCol>
                <a:gridCol w="1454266">
                  <a:extLst>
                    <a:ext uri="{9D8B030D-6E8A-4147-A177-3AD203B41FA5}">
                      <a16:colId xmlns:a16="http://schemas.microsoft.com/office/drawing/2014/main" val="1159024505"/>
                    </a:ext>
                  </a:extLst>
                </a:gridCol>
              </a:tblGrid>
              <a:tr h="1112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/>
                        <a:t>Metric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/>
                        <a:t>All Features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/>
                        <a:t>Selected Features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593418"/>
                  </a:ext>
                </a:extLst>
              </a:tr>
              <a:tr h="5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/>
                        <a:t>Accuracy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89.9%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89.7%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376947"/>
                  </a:ext>
                </a:extLst>
              </a:tr>
              <a:tr h="833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/>
                        <a:t>Balanced Accuracy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52.3%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50.0%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950816"/>
                  </a:ext>
                </a:extLst>
              </a:tr>
              <a:tr h="5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/>
                        <a:t>Sensitivity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5.0%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0.1%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006166"/>
                  </a:ext>
                </a:extLst>
              </a:tr>
              <a:tr h="5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/>
                        <a:t>Specificity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99.6%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100.0%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136813"/>
                  </a:ext>
                </a:extLst>
              </a:tr>
              <a:tr h="5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/>
                        <a:t>ROC-AUC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0.836</a:t>
                      </a:r>
                      <a:endParaRPr lang="en-DE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/>
                        <a:t>0.651</a:t>
                      </a:r>
                      <a:endParaRPr lang="en-DE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2321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8E845B6-6D40-1AFB-89CA-A665A70FD276}"/>
              </a:ext>
            </a:extLst>
          </p:cNvPr>
          <p:cNvSpPr txBox="1"/>
          <p:nvPr/>
        </p:nvSpPr>
        <p:spPr>
          <a:xfrm>
            <a:off x="7102765" y="5395809"/>
            <a:ext cx="6096000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Highest overall accuracy.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Lowest sensitivity.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Selected features reduced minority detection. </a:t>
            </a:r>
          </a:p>
        </p:txBody>
      </p:sp>
    </p:spTree>
    <p:extLst>
      <p:ext uri="{BB962C8B-B14F-4D97-AF65-F5344CB8AC3E}">
        <p14:creationId xmlns:p14="http://schemas.microsoft.com/office/powerpoint/2010/main" val="3146574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0B4E0-8C66-7FEC-713D-57E14C449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4" y="874562"/>
            <a:ext cx="12085884" cy="338404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8ABD8-7EF8-8CD0-6B1B-CEE819EC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E9677-77A2-06BA-2C5B-5E6A0DC64808}"/>
              </a:ext>
            </a:extLst>
          </p:cNvPr>
          <p:cNvSpPr txBox="1"/>
          <p:nvPr/>
        </p:nvSpPr>
        <p:spPr>
          <a:xfrm>
            <a:off x="315686" y="4258610"/>
            <a:ext cx="8262257" cy="168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Observation: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Achieved the highest overall accuracy </a:t>
            </a:r>
            <a:r>
              <a:rPr lang="en-DE" sz="1400" dirty="0"/>
              <a:t>(</a:t>
            </a:r>
            <a:r>
              <a:rPr lang="en-DE" sz="1400" b="1" dirty="0"/>
              <a:t>89.9%</a:t>
            </a:r>
            <a:r>
              <a:rPr lang="en-DE" sz="1400" dirty="0"/>
              <a:t>)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Correctly classified most healthy individuals but detected very few heart disease cases (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Sensitivity: 5.0%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ROC-AUC (</a:t>
            </a: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0.836</a:t>
            </a:r>
            <a:r>
              <a:rPr lang="en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indicates good discrimination despite low sensitivity.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61307-4AFA-F0F0-1C0C-E21BADE675AB}"/>
              </a:ext>
            </a:extLst>
          </p:cNvPr>
          <p:cNvSpPr txBox="1"/>
          <p:nvPr/>
        </p:nvSpPr>
        <p:spPr>
          <a:xfrm>
            <a:off x="10514858" y="4240164"/>
            <a:ext cx="16225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800" dirty="0"/>
              <a:t>*Optimized with all features.</a:t>
            </a:r>
          </a:p>
        </p:txBody>
      </p:sp>
    </p:spTree>
    <p:extLst>
      <p:ext uri="{BB962C8B-B14F-4D97-AF65-F5344CB8AC3E}">
        <p14:creationId xmlns:p14="http://schemas.microsoft.com/office/powerpoint/2010/main" val="3355138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C992F-185D-2DB1-7019-479380EED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96" y="1072110"/>
            <a:ext cx="3981852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Initial Model Comparison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BE9B6-4289-4A4E-570A-D0FA4A48BB89}"/>
              </a:ext>
            </a:extLst>
          </p:cNvPr>
          <p:cNvSpPr txBox="1"/>
          <p:nvPr/>
        </p:nvSpPr>
        <p:spPr>
          <a:xfrm>
            <a:off x="277091" y="2934455"/>
            <a:ext cx="4156363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 sz="16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Observation: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All models achieved </a:t>
            </a:r>
            <a:r>
              <a:rPr lang="en-US" sz="1600" b="1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accuracy (&gt;87%)</a:t>
            </a:r>
            <a:r>
              <a:rPr lang="en-US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Sensitivity remained very low. 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6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Models favored the majority (healthy) class.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CFB27-D581-9A82-7AF5-001E304A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34D7EF-443C-4BD3-ADB3-8AED442DD7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313307"/>
              </p:ext>
            </p:extLst>
          </p:nvPr>
        </p:nvGraphicFramePr>
        <p:xfrm>
          <a:off x="5188714" y="1967444"/>
          <a:ext cx="6514473" cy="292311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46589">
                  <a:extLst>
                    <a:ext uri="{9D8B030D-6E8A-4147-A177-3AD203B41FA5}">
                      <a16:colId xmlns:a16="http://schemas.microsoft.com/office/drawing/2014/main" val="545976236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911986434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923818869"/>
                    </a:ext>
                  </a:extLst>
                </a:gridCol>
                <a:gridCol w="1495089">
                  <a:extLst>
                    <a:ext uri="{9D8B030D-6E8A-4147-A177-3AD203B41FA5}">
                      <a16:colId xmlns:a16="http://schemas.microsoft.com/office/drawing/2014/main" val="340189690"/>
                    </a:ext>
                  </a:extLst>
                </a:gridCol>
                <a:gridCol w="990225">
                  <a:extLst>
                    <a:ext uri="{9D8B030D-6E8A-4147-A177-3AD203B41FA5}">
                      <a16:colId xmlns:a16="http://schemas.microsoft.com/office/drawing/2014/main" val="1431721934"/>
                    </a:ext>
                  </a:extLst>
                </a:gridCol>
              </a:tblGrid>
              <a:tr h="791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226481" marR="135888" marT="135888" marB="13588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rgbClr val="FFFFFF"/>
                          </a:solidFill>
                        </a:rPr>
                        <a:t>Balanced Accuracy</a:t>
                      </a: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67459"/>
                  </a:ext>
                </a:extLst>
              </a:tr>
              <a:tr h="549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kNN</a:t>
                      </a:r>
                    </a:p>
                  </a:txBody>
                  <a:tcPr marL="226481" marR="135888" marT="135888" marB="13588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87.7%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57.1%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18.5%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0.666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883238"/>
                  </a:ext>
                </a:extLst>
              </a:tr>
              <a:tr h="791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marL="226481" marR="135888" marT="135888" marB="13588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89.2%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54.5%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10.8%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0.804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4841"/>
                  </a:ext>
                </a:extLst>
              </a:tr>
              <a:tr h="791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Linear SVM</a:t>
                      </a:r>
                    </a:p>
                  </a:txBody>
                  <a:tcPr marL="226481" marR="135888" marT="135888" marB="13588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89.9%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52.3%</a:t>
                      </a:r>
                      <a:endParaRPr lang="en-DE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highlight>
                            <a:srgbClr val="FF0000"/>
                          </a:highlight>
                        </a:rPr>
                        <a:t>5.0%</a:t>
                      </a:r>
                      <a:endParaRPr lang="en-DE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0.836</a:t>
                      </a:r>
                      <a:endParaRPr lang="en-DE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6481" marR="135888" marT="135888" marB="13588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940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620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2601D-63A5-A3FA-0A97-F6D5F69CD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Why Was Sensitivity Low?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882FA-3F10-21F2-DF7E-44E4B24B8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2" y="2702257"/>
            <a:ext cx="5489012" cy="3426158"/>
          </a:xfrm>
        </p:spPr>
        <p:txBody>
          <a:bodyPr anchor="t">
            <a:normAutofit fontScale="85000" lnSpcReduction="20000"/>
          </a:bodyPr>
          <a:lstStyle/>
          <a:p>
            <a:r>
              <a:rPr lang="en-DE" dirty="0"/>
              <a:t>Observation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Majority class dominated the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Models learned the majority class.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Heart disease cases were frequently misclassified. </a:t>
            </a:r>
          </a:p>
          <a:p>
            <a:r>
              <a:rPr lang="en-DE" dirty="0"/>
              <a:t>Key Takeaway: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Accuracy alone was misleading because the models rarely predicted the minority class correctly.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BCFE9-8F5C-2F85-80F0-3D2CEB03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3B3BBCC-603E-D0F5-D6EC-99B29EA984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2688236"/>
              </p:ext>
            </p:extLst>
          </p:nvPr>
        </p:nvGraphicFramePr>
        <p:xfrm>
          <a:off x="6446278" y="3140998"/>
          <a:ext cx="5553019" cy="1506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9727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1834E-2C47-C438-A956-0AB35CBB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18" y="1072110"/>
            <a:ext cx="3965029" cy="186234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DE" sz="3100" dirty="0"/>
              <a:t>Handling Class Imbalance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571B4-AB07-67B5-5602-70ABA0A29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2677887"/>
            <a:ext cx="4214658" cy="3295608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DE" sz="1600" dirty="0"/>
              <a:t>Approach: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Applied class_weight="balanced"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Retrained Random Forest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Retrained Linear SVM </a:t>
            </a:r>
          </a:p>
          <a:p>
            <a:pPr>
              <a:lnSpc>
                <a:spcPct val="130000"/>
              </a:lnSpc>
            </a:pPr>
            <a:r>
              <a:rPr lang="en-DE" sz="1600" dirty="0"/>
              <a:t>Objective: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DE" sz="1600" b="0" dirty="0"/>
              <a:t>Increase the importance of the minority class during training and improve heart disease detection.</a:t>
            </a:r>
          </a:p>
          <a:p>
            <a:pPr>
              <a:lnSpc>
                <a:spcPct val="130000"/>
              </a:lnSpc>
            </a:pPr>
            <a:endParaRPr lang="en-DE" sz="11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5FAFC-DAF8-6300-2499-CC962452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F6D46D-F54C-AFC7-ECCF-0F3F35A70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23606"/>
              </p:ext>
            </p:extLst>
          </p:nvPr>
        </p:nvGraphicFramePr>
        <p:xfrm>
          <a:off x="4891822" y="1883229"/>
          <a:ext cx="7152510" cy="253029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59589">
                  <a:extLst>
                    <a:ext uri="{9D8B030D-6E8A-4147-A177-3AD203B41FA5}">
                      <a16:colId xmlns:a16="http://schemas.microsoft.com/office/drawing/2014/main" val="1655492924"/>
                    </a:ext>
                  </a:extLst>
                </a:gridCol>
                <a:gridCol w="1079894">
                  <a:extLst>
                    <a:ext uri="{9D8B030D-6E8A-4147-A177-3AD203B41FA5}">
                      <a16:colId xmlns:a16="http://schemas.microsoft.com/office/drawing/2014/main" val="829159133"/>
                    </a:ext>
                  </a:extLst>
                </a:gridCol>
                <a:gridCol w="1226265">
                  <a:extLst>
                    <a:ext uri="{9D8B030D-6E8A-4147-A177-3AD203B41FA5}">
                      <a16:colId xmlns:a16="http://schemas.microsoft.com/office/drawing/2014/main" val="3573989122"/>
                    </a:ext>
                  </a:extLst>
                </a:gridCol>
                <a:gridCol w="1202132">
                  <a:extLst>
                    <a:ext uri="{9D8B030D-6E8A-4147-A177-3AD203B41FA5}">
                      <a16:colId xmlns:a16="http://schemas.microsoft.com/office/drawing/2014/main" val="3225899087"/>
                    </a:ext>
                  </a:extLst>
                </a:gridCol>
                <a:gridCol w="1187019">
                  <a:extLst>
                    <a:ext uri="{9D8B030D-6E8A-4147-A177-3AD203B41FA5}">
                      <a16:colId xmlns:a16="http://schemas.microsoft.com/office/drawing/2014/main" val="1649882117"/>
                    </a:ext>
                  </a:extLst>
                </a:gridCol>
                <a:gridCol w="1097611">
                  <a:extLst>
                    <a:ext uri="{9D8B030D-6E8A-4147-A177-3AD203B41FA5}">
                      <a16:colId xmlns:a16="http://schemas.microsoft.com/office/drawing/2014/main" val="2279412029"/>
                    </a:ext>
                  </a:extLst>
                </a:gridCol>
              </a:tblGrid>
              <a:tr h="75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Model</a:t>
                      </a: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Balanced Accuracy</a:t>
                      </a: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Sensitivity</a:t>
                      </a: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Specificity</a:t>
                      </a: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ROC-AUC</a:t>
                      </a: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828644"/>
                  </a:ext>
                </a:extLst>
              </a:tr>
              <a:tr h="1014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Random Forest (Balanced)</a:t>
                      </a: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86.8%</a:t>
                      </a:r>
                      <a:endParaRPr lang="en-DE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63.4%</a:t>
                      </a:r>
                      <a:endParaRPr lang="en-DE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34.0%</a:t>
                      </a:r>
                      <a:endParaRPr lang="en-DE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92.8%</a:t>
                      </a:r>
                      <a:endParaRPr lang="en-DE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0.808</a:t>
                      </a:r>
                      <a:endParaRPr lang="en-DE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266877"/>
                  </a:ext>
                </a:extLst>
              </a:tr>
              <a:tr h="75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Linear SVM (Balanced)</a:t>
                      </a: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73.6%</a:t>
                      </a:r>
                      <a:endParaRPr lang="en-DE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76.1%</a:t>
                      </a:r>
                      <a:endParaRPr lang="en-DE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79.2%</a:t>
                      </a:r>
                      <a:endParaRPr lang="en-DE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73.0%</a:t>
                      </a:r>
                      <a:endParaRPr lang="en-DE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0.837</a:t>
                      </a:r>
                      <a:endParaRPr lang="en-DE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9436" marR="79718" marT="79718" marB="79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28216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B33A631-7B0F-8293-0160-3F237E8552BE}"/>
              </a:ext>
            </a:extLst>
          </p:cNvPr>
          <p:cNvSpPr txBox="1"/>
          <p:nvPr/>
        </p:nvSpPr>
        <p:spPr>
          <a:xfrm>
            <a:off x="4945159" y="4483640"/>
            <a:ext cx="45828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DE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Observations: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Sensitivity improved substantially.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Balanced Accuracy increased.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Small reduction in overall Accuracy.</a:t>
            </a:r>
          </a:p>
          <a:p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2135390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1C5AE4-850F-AF41-085F-22545CB68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Final Model Comparison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AAEE8-79B6-47B7-72CA-AA587C51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8AF8F8ED-B533-6BB1-EBE0-8609615AE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674943"/>
              </p:ext>
            </p:extLst>
          </p:nvPr>
        </p:nvGraphicFramePr>
        <p:xfrm>
          <a:off x="1778899" y="2391770"/>
          <a:ext cx="9526651" cy="335759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683851">
                  <a:extLst>
                    <a:ext uri="{9D8B030D-6E8A-4147-A177-3AD203B41FA5}">
                      <a16:colId xmlns:a16="http://schemas.microsoft.com/office/drawing/2014/main" val="566008368"/>
                    </a:ext>
                  </a:extLst>
                </a:gridCol>
                <a:gridCol w="1400898">
                  <a:extLst>
                    <a:ext uri="{9D8B030D-6E8A-4147-A177-3AD203B41FA5}">
                      <a16:colId xmlns:a16="http://schemas.microsoft.com/office/drawing/2014/main" val="1831879105"/>
                    </a:ext>
                  </a:extLst>
                </a:gridCol>
                <a:gridCol w="1410172">
                  <a:extLst>
                    <a:ext uri="{9D8B030D-6E8A-4147-A177-3AD203B41FA5}">
                      <a16:colId xmlns:a16="http://schemas.microsoft.com/office/drawing/2014/main" val="3942763448"/>
                    </a:ext>
                  </a:extLst>
                </a:gridCol>
                <a:gridCol w="1592478">
                  <a:extLst>
                    <a:ext uri="{9D8B030D-6E8A-4147-A177-3AD203B41FA5}">
                      <a16:colId xmlns:a16="http://schemas.microsoft.com/office/drawing/2014/main" val="3176714287"/>
                    </a:ext>
                  </a:extLst>
                </a:gridCol>
                <a:gridCol w="1439252">
                  <a:extLst>
                    <a:ext uri="{9D8B030D-6E8A-4147-A177-3AD203B41FA5}">
                      <a16:colId xmlns:a16="http://schemas.microsoft.com/office/drawing/2014/main" val="843764229"/>
                    </a:ext>
                  </a:extLst>
                </a:gridCol>
              </a:tblGrid>
              <a:tr h="7574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E" sz="1900"/>
                        <a:t>Model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 dirty="0"/>
                        <a:t>Accuracy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Balanced Accuracy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Sensitivity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 dirty="0"/>
                        <a:t>ROC-AUC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67427"/>
                  </a:ext>
                </a:extLst>
              </a:tr>
              <a:tr h="4606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E" sz="1900" b="1"/>
                        <a:t>kNN (Baseline)</a:t>
                      </a:r>
                      <a:endParaRPr lang="en-DE" sz="1900"/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87.7%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57.1%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18.5%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0.666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475678"/>
                  </a:ext>
                </a:extLst>
              </a:tr>
              <a:tr h="4606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E" sz="1900" b="1"/>
                        <a:t>Random Forest (Default)</a:t>
                      </a:r>
                      <a:endParaRPr lang="en-DE" sz="1900"/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89.2%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 dirty="0"/>
                        <a:t>54.5%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 dirty="0"/>
                        <a:t>10.8%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0.804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017669"/>
                  </a:ext>
                </a:extLst>
              </a:tr>
              <a:tr h="7574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E" sz="1900" b="1"/>
                        <a:t>Random Forest (Balanced)</a:t>
                      </a:r>
                      <a:endParaRPr lang="en-DE" sz="1900"/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86.8%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63.4%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34.0%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0.808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492586"/>
                  </a:ext>
                </a:extLst>
              </a:tr>
              <a:tr h="4606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E" sz="1900" b="1"/>
                        <a:t>Linear SVM (Default)</a:t>
                      </a:r>
                      <a:endParaRPr lang="en-DE" sz="1900"/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 b="1" dirty="0">
                          <a:highlight>
                            <a:srgbClr val="00FF00"/>
                          </a:highlight>
                        </a:rPr>
                        <a:t>89.9%</a:t>
                      </a:r>
                      <a:endParaRPr lang="en-DE" sz="1900" dirty="0">
                        <a:highlight>
                          <a:srgbClr val="00FF00"/>
                        </a:highlight>
                      </a:endParaRP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52.3%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5.0%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0.836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281224"/>
                  </a:ext>
                </a:extLst>
              </a:tr>
              <a:tr h="4606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E" sz="1900" b="1" dirty="0"/>
                        <a:t>Linear SVM (Balanced)</a:t>
                      </a:r>
                      <a:endParaRPr lang="en-DE" sz="1900" dirty="0"/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/>
                        <a:t>73.6%</a:t>
                      </a: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 b="1" dirty="0">
                          <a:highlight>
                            <a:srgbClr val="00FF00"/>
                          </a:highlight>
                        </a:rPr>
                        <a:t>76.1%</a:t>
                      </a:r>
                      <a:endParaRPr lang="en-DE" sz="1900" dirty="0">
                        <a:highlight>
                          <a:srgbClr val="00FF00"/>
                        </a:highlight>
                      </a:endParaRP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 b="1" dirty="0">
                          <a:highlight>
                            <a:srgbClr val="00FF00"/>
                          </a:highlight>
                        </a:rPr>
                        <a:t>79.2%</a:t>
                      </a:r>
                      <a:endParaRPr lang="en-DE" sz="1900" dirty="0">
                        <a:highlight>
                          <a:srgbClr val="00FF00"/>
                        </a:highlight>
                      </a:endParaRP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900" b="1" dirty="0">
                          <a:highlight>
                            <a:srgbClr val="00FF00"/>
                          </a:highlight>
                        </a:rPr>
                        <a:t>0.837</a:t>
                      </a:r>
                      <a:endParaRPr lang="en-DE" sz="1900" dirty="0">
                        <a:highlight>
                          <a:srgbClr val="00FF00"/>
                        </a:highlight>
                      </a:endParaRPr>
                    </a:p>
                  </a:txBody>
                  <a:tcPr marL="92659" marR="92659" marT="46329" marB="46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33227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D0052A2-B223-7F84-30F3-CFBBAC077914}"/>
              </a:ext>
            </a:extLst>
          </p:cNvPr>
          <p:cNvSpPr txBox="1"/>
          <p:nvPr/>
        </p:nvSpPr>
        <p:spPr>
          <a:xfrm>
            <a:off x="1852057" y="5896773"/>
            <a:ext cx="5203540" cy="7117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Highest Accuracy → </a:t>
            </a:r>
            <a:r>
              <a:rPr lang="en-DE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Linear SVM (Default)</a:t>
            </a:r>
            <a:r>
              <a:rPr lang="en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Best Medical Performance → </a:t>
            </a:r>
            <a:r>
              <a:rPr lang="en-DE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Linear SVM (Balanced)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307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CC4A4-B1D9-180E-E4D7-4B53EFB3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A635A3-73AA-22D8-9472-AA30609F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36F816-7447-4A13-E7C1-77A2DF6BC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7DD433-37D5-E02F-CD68-4D3472192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BE947-6C10-F0DA-D54C-F317AB6A4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Key 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E5B27C-B876-5FBD-E950-130D7C1F4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1D263A-C048-56A3-78AA-578B91361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CCFD-CC95-9C88-5477-8F316CC49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568" y="2535201"/>
            <a:ext cx="9829314" cy="342615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The dataset was highly imbalanced, making accuracy alone misleading.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 Hyperparameter optimization had minimal impact on model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 Applying class_weight="balanced" significantly improved minority class detection.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Balanced Linear SVM achieved the best trade-off between sensitivity and overall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5C748-DC20-3962-0770-D5B08895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50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B09C4-1C89-6D8A-6C3A-AB99C0AB8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45619C-0231-F181-44AD-3106811BD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E0E194-F560-7F06-24C7-B62CC062B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D71070-BF34-31E5-A95A-C8FA8991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15441-B9AD-5DA0-CCCC-CD363CC82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1613CE-8DC4-6078-FA70-11A7A5DB6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5C4F38-2B5F-D426-9272-BFCA58F22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F2DC0-2FDC-C544-F3B7-EB2D7340C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568" y="2535201"/>
            <a:ext cx="9829314" cy="3426158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Evaluated one baseline and two advanced classifiers.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Compared all features and selected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Addressed class imbalance using class weights.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0" dirty="0"/>
              <a:t>Balanced Linear SVM was selected as the final model because it provided the best balance between detecting heart disease cases (high sensitivity) and maintaining overall classification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4672D-57E6-873E-B958-164D82AC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30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D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13CD7F-736E-4AF7-AB2B-473CAA9E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2088" y="-2732"/>
            <a:ext cx="4626864" cy="157678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263F21-FD5C-49D9-B5D3-5B94A4C99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16941"/>
            <a:ext cx="1000102" cy="357283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5FEE01-7E1C-48BD-8FD4-2790F781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102" y="1616941"/>
            <a:ext cx="6547110" cy="35728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EC19D-8ECD-A192-CAEC-E9393BBC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936224"/>
            <a:ext cx="5516324" cy="293427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400" b="0" cap="all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0AB6C7-ECE6-4D0A-85D7-607621F7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2088" y="1638059"/>
            <a:ext cx="4626862" cy="355171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D36EA07-E1C7-4DE1-B196-FBCA4D1A0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57405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0598E82-FBBE-4514-AC7D-75D1347F8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254388"/>
            <a:ext cx="7498081" cy="159725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FC17599-20C8-4B64-8853-7E2891FC7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808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B342F4-B533-4771-B828-654C36158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517705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88044-8205-431D-4FD8-4D8FBFB1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548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1226</Words>
  <Application>Microsoft Macintosh PowerPoint</Application>
  <PresentationFormat>Widescreen</PresentationFormat>
  <Paragraphs>347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Meiryo</vt:lpstr>
      <vt:lpstr>Aptos</vt:lpstr>
      <vt:lpstr>Arial</vt:lpstr>
      <vt:lpstr>Corbel</vt:lpstr>
      <vt:lpstr>Wingdings</vt:lpstr>
      <vt:lpstr>ShojiVTI</vt:lpstr>
      <vt:lpstr>Heart Disease Prediction using Machine Learning  </vt:lpstr>
      <vt:lpstr>Presentation Outline</vt:lpstr>
      <vt:lpstr>Motivation</vt:lpstr>
      <vt:lpstr>Dataset Overview</vt:lpstr>
      <vt:lpstr>Dataset Characteristics</vt:lpstr>
      <vt:lpstr>Exploratory Data Analysis</vt:lpstr>
      <vt:lpstr>PowerPoint Presentation</vt:lpstr>
      <vt:lpstr>PowerPoint Presentation</vt:lpstr>
      <vt:lpstr>PowerPoint Presentation</vt:lpstr>
      <vt:lpstr>PowerPoint Presentation</vt:lpstr>
      <vt:lpstr>Forward Feature Selection</vt:lpstr>
      <vt:lpstr>Machine Learning Evaluation Pipeline</vt:lpstr>
      <vt:lpstr>Experimental Setup</vt:lpstr>
      <vt:lpstr>Models Evaluated</vt:lpstr>
      <vt:lpstr>Baseline Model – k-Nearest Neighbors (kNN)</vt:lpstr>
      <vt:lpstr>PowerPoint Presentation</vt:lpstr>
      <vt:lpstr>Random Forest</vt:lpstr>
      <vt:lpstr>PowerPoint Presentation</vt:lpstr>
      <vt:lpstr>Linear SVM</vt:lpstr>
      <vt:lpstr>PowerPoint Presentation</vt:lpstr>
      <vt:lpstr>Initial Model Comparison</vt:lpstr>
      <vt:lpstr>Why Was Sensitivity Low?</vt:lpstr>
      <vt:lpstr>Handling Class Imbalance</vt:lpstr>
      <vt:lpstr>Final Model Comparison</vt:lpstr>
      <vt:lpstr>Key 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Navadiya</dc:creator>
  <cp:lastModifiedBy>Parth Navadiya</cp:lastModifiedBy>
  <cp:revision>23</cp:revision>
  <cp:lastPrinted>2026-07-06T18:56:56Z</cp:lastPrinted>
  <dcterms:created xsi:type="dcterms:W3CDTF">2026-07-05T22:57:03Z</dcterms:created>
  <dcterms:modified xsi:type="dcterms:W3CDTF">2026-07-08T19:52:28Z</dcterms:modified>
</cp:coreProperties>
</file>